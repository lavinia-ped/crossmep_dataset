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2f424f-0723-c449-6e2b-aa9637e6fde2}">
          <p14:sldIdLst>
            <p14:sldId id="256"/>
          </p14:sldIdLst>
        </p14:section>
        <p14:section name="Motivation" id="{cfe50742-5deb-0cd2-b9cf-f86289aa5705}">
          <p14:sldIdLst>
            <p14:sldId id="257"/>
            <p14:sldId id="258"/>
            <p14:sldId id="259"/>
            <p14:sldId id="260"/>
            <p14:sldId id="261"/>
          </p14:sldIdLst>
        </p14:section>
        <p14:section name="The dataset" id="{fb6af2f3-a69a-ad52-76cd-dfd3d4d21a36}">
          <p14:sldIdLst>
            <p14:sldId id="262"/>
            <p14:sldId id="263"/>
            <p14:sldId id="264"/>
          </p14:sldIdLst>
        </p14:section>
        <p14:section name="Experiments" id="{66b94019-a4a9-e554-3753-0dd9b3dc3202}">
          <p14:sldIdLst>
            <p14:sldId id="265"/>
            <p14:sldId id="266"/>
            <p14:sldId id="267"/>
          </p14:sldIdLst>
        </p14:section>
        <p14:section name="Use" id="{4efdd699-8dac-8f94-a5ee-8735819e960b}">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higher tiers are heavier and tighter, as designed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 or generate your own mix</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logo chip"/>
          <p:cNvSpPr/>
          <p:nvPr/>
        </p:nvSpPr>
        <p:spPr>
          <a:xfrm>
            <a:off x="8229600" y="4892040"/>
            <a:ext cx="3566160" cy="1188720"/>
          </a:xfrm>
          <a:prstGeom prst="roundRect">
            <a:avLst>
              <a:gd name="adj" fmla="val 6154"/>
            </a:avLst>
          </a:prstGeom>
          <a:solidFill>
            <a:srgbClr val="FFFFFF"/>
          </a:solidFill>
          <a:ln/>
        </p:spPr>
      </p:sp>
      <p:pic>
        <p:nvPicPr>
          <p:cNvPr id="6"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7"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
        <p:nvSpPr>
          <p:cNvPr id="8"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2026-10-06T23:31:46Z</dcterms:created>
  <dcterms:modified xsi:type="dcterms:W3CDTF">2026-10-06T23:31:46Z</dcterms:modified>
</cp:coreProperties>
</file>