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97ff16-487b-8c73-c28a-55b990e7fe9f}">
          <p14:sldIdLst>
            <p14:sldId id="256"/>
          </p14:sldIdLst>
        </p14:section>
        <p14:section name="Motivation" id="{e23ae679-a5cf-5866-75cb-6c834f3b4f19}">
          <p14:sldIdLst>
            <p14:sldId id="257"/>
            <p14:sldId id="258"/>
            <p14:sldId id="259"/>
            <p14:sldId id="260"/>
            <p14:sldId id="261"/>
          </p14:sldIdLst>
        </p14:section>
        <p14:section name="The dataset" id="{f46f1102-e59b-b27e-533b-c1c7358d77af}">
          <p14:sldIdLst>
            <p14:sldId id="262"/>
            <p14:sldId id="263"/>
            <p14:sldId id="264"/>
            <p14:sldId id="265"/>
            <p14:sldId id="266"/>
          </p14:sldIdLst>
        </p14:section>
        <p14:section name="Experiments" id="{c53eeb9d-7a87-ce88-4263-cac04369345c}">
          <p14:sldIdLst>
            <p14:sldId id="267"/>
            <p14:sldId id="268"/>
            <p14:sldId id="269"/>
          </p14:sldIdLst>
        </p14:section>
        <p14:section name="Use" id="{a7cf815c-2601-a6eb-fe75-77b8f8b837a9}">
          <p14:sldIdLst>
            <p14:sldId id="270"/>
            <p14:sldId id="271"/>
            <p14:sldId id="272"/>
            <p14:sldId id="273"/>
          </p14:sldIdLst>
        </p14:section>
        <p14:section name="Appendix" id="{204b50c4-6711-3c38-807d-f903fb4e4ea5}">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of it. In this hospital, every red mark is a place where pipes, ducts or cable trays hang from the structure. A modular support system groups several services onto one prefabricated frame: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At ISARC we defined the task like this. In: one cross-section at a hanger. The structure it hangs from, with its anchor zones, and the services crossing it, each with trade, position, size and weight per metre. We call that a context: the brief. Out: assemblies of catalog parts that carry those services to the structure, each checked for statics, anchors, connectors and buildability, up to ten, ranked by cost. The assembly is the answer. Keep the two apart: CrossMEP is contexts. It contains no assemblies.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has this resisted automation? Designers don't work from the whole model: after coordination they work from one section at each hanger, like this one. Today's tools coordinate and check; choosing the layout and the parts is still manual. Three reasons. The topology comes from experience. Code, load and material rules interact across thousands of combinations. And catalogs change faster than rule systems can be rewritten.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Whatever sits in that black box, it needs problems to learn from, a fixed set to compare on, and problems that look like practice.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and they sat in one corner of the design space: one kind of project, one trade mix. A method tuned to them measures fit to that project. So we generate. CrossMEP covers the space by construction, and without limit: a new seed is a new set of problems, uniform over the tiers, or shaped to whatever mix you ask for. The seven thousand contexts in eight tiers are the release, not the ceiling: deliberately unlabeled, every constant sourced or declared, and all of it open.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By rules an engineer would recognize, not free randomness.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same seed, same file, byte for byte.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so the element count is the one controlled axis of difficulty. And notice the walls: the section rotates, and electrical sits above water.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the count is fixed by construction, and load and congestion follow from the rules, so this shows the dataset behaves as designed. The load at the support rises with the tier, from about 0.3 to 2.0 kilonewtons. The closest gap narrows at every step, from 130 to about 51 millimeters.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and measured the gaps between pipes running side by side. Generator to clinic: 32 millimeters. Above the 8 a perfect generator would show, but about as close as the duplex's own two models are to each other. A fixed 25-millimeter gap would be about 190 off.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call that reproduces it. Scan the code to try it yourself. [Live: switch to the studio, click C3, then Generate another twice, then Exact mix with a duct. If the demo fails, stay on this slide; slide 19 shows two more sections. Before the talk: open the studio once with internet, set its link sharing to public, scan the QR from a phone not logged in.]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With no labels, the same files serve reinforcement learning, constraint programming, and benchmarking. We ship the scoring too. Train on the generator, from C1 up to C8. Evaluate on the benchmark, the same 125 contexts per tier for every method. Report per tier, with 95 percent intervals and paired tests.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so we can compare methods on the answer; the catalog as an input; and a real test set from commercial projects, with supports designed by engineers. That's where I'd value your eye.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isarc note"/>
          <p:cNvSpPr txBox="1"/>
          <p:nvPr/>
        </p:nvSpPr>
        <p:spPr>
          <a:xfrm>
            <a:off x="548640" y="6108192"/>
            <a:ext cx="5486400" cy="228600"/>
          </a:xfrm>
          <a:prstGeom prst="rect">
            <a:avLst/>
          </a:prstGeom>
          <a:noFill/>
          <a:ln/>
        </p:spPr>
        <p:txBody>
          <a:bodyPr wrap="square" lIns="0" tIns="0" rIns="0" bIns="0" rtlCol="0" anchor="t"/>
          <a:lstStyle/>
          <a:p>
            <a:pPr indent="0" marL="0">
              <a:buNone/>
            </a:pPr>
            <a:r>
              <a:rPr lang="en-US" sz="1100" dirty="0">
                <a:solidFill>
                  <a:srgbClr val="52514E"/>
                </a:solidFill>
              </a:rPr>
              <a:t>The synthesis problem as defined at ISARC 2026.</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1"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2"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3"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5"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7"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2026-10-06T22:18:04Z</dcterms:created>
  <dcterms:modified xsi:type="dcterms:W3CDTF">2026-10-06T22:18:04Z</dcterms:modified>
</cp:coreProperties>
</file>