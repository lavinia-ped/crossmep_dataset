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878eae6-b55f-17b7-d6eb-13f6f45b3ac7}">
          <p14:sldIdLst>
            <p14:sldId id="256"/>
          </p14:sldIdLst>
        </p14:section>
        <p14:section name="Motivation" id="{c71938c8-614f-ed62-242e-b53bfd996a8b}">
          <p14:sldIdLst>
            <p14:sldId id="257"/>
            <p14:sldId id="258"/>
            <p14:sldId id="259"/>
            <p14:sldId id="260"/>
            <p14:sldId id="261"/>
          </p14:sldIdLst>
        </p14:section>
        <p14:section name="The dataset" id="{bd0de552-6164-9aa3-f80d-503fc014c6e1}">
          <p14:sldIdLst>
            <p14:sldId id="262"/>
            <p14:sldId id="263"/>
            <p14:sldId id="264"/>
          </p14:sldIdLst>
        </p14:section>
        <p14:section name="Experiments" id="{94ec47d0-46cf-e07c-8a88-cf3b6157eada}">
          <p14:sldIdLst>
            <p14:sldId id="265"/>
            <p14:sldId id="266"/>
            <p14:sldId id="267"/>
          </p14:sldIdLst>
        </p14:section>
        <p14:section name="Use" id="{a447d00c-367e-a1f9-66cd-a5010be199ce}">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In a hospital like this one, ten thousand structural support assemblies are each designed individually, which is why they take about a quarter of the MEP design effort</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support designer turns one cross-section into a set of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The synthesis problem as defined at ISARC 2026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Choosing the assembly from a catalog is still done by hand, one section at a time</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Any method, learned or not, needs problems to learn from and a fixed benchmark to be judged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real designs we had sat in one corner of the design space, so we generate the whole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pPr indent="0" marL="0">
              <a:buNone/>
            </a:pP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pPr indent="0" marL="0">
              <a:buNone/>
            </a:pP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2026-10-07T00:16:39Z</dcterms:created>
  <dcterms:modified xsi:type="dcterms:W3CDTF">2026-10-07T00:16:39Z</dcterms:modified>
</cp:coreProperties>
</file>