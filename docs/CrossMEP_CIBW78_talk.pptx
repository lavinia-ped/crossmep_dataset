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7a4107-7484-aeeb-4f19-bd0ea906fae2}">
          <p14:sldIdLst>
            <p14:sldId id="256"/>
          </p14:sldIdLst>
        </p14:section>
        <p14:section name="Motivation" id="{27887e46-45e2-cf4e-3be4-ab13fbb86296}">
          <p14:sldIdLst>
            <p14:sldId id="257"/>
            <p14:sldId id="258"/>
            <p14:sldId id="259"/>
            <p14:sldId id="260"/>
            <p14:sldId id="261"/>
          </p14:sldIdLst>
        </p14:section>
        <p14:section name="The dataset" id="{da36ba2e-a855-2118-6271-e33023b46354}">
          <p14:sldIdLst>
            <p14:sldId id="262"/>
            <p14:sldId id="263"/>
            <p14:sldId id="264"/>
            <p14:sldId id="265"/>
            <p14:sldId id="266"/>
          </p14:sldIdLst>
        </p14:section>
        <p14:section name="Experiments" id="{c8632744-151b-2915-f053-553f90ca5cb7}">
          <p14:sldIdLst>
            <p14:sldId id="267"/>
            <p14:sldId id="268"/>
            <p14:sldId id="269"/>
          </p14:sldIdLst>
        </p14:section>
        <p14:section name="Use" id="{aabce9d3-6bcb-9df1-5020-172f67b04ec7}">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practice"/>
          <p:cNvSpPr txBox="1"/>
          <p:nvPr/>
        </p:nvSpPr>
        <p:spPr>
          <a:xfrm>
            <a:off x="7772400" y="1508760"/>
            <a:ext cx="365760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16"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[3]: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[12] (at least 25 mm); stagger within rows; electrical above wet on walls [10].</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2026-10-06T22:47:26Z</dcterms:created>
  <dcterms:modified xsi:type="dcterms:W3CDTF">2026-10-06T22:47:26Z</dcterms:modified>
</cp:coreProperties>
</file>