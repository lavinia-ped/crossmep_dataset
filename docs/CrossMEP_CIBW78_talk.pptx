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1c0017-bd6d-fe2d-035d-e867eea9b7b9}">
          <p14:sldIdLst>
            <p14:sldId id="256"/>
          </p14:sldIdLst>
        </p14:section>
        <p14:section name="Motivation" id="{e18b5bb8-1f13-f976-aee9-2a98f360947f}">
          <p14:sldIdLst>
            <p14:sldId id="257"/>
            <p14:sldId id="258"/>
            <p14:sldId id="259"/>
            <p14:sldId id="260"/>
            <p14:sldId id="261"/>
          </p14:sldIdLst>
        </p14:section>
        <p14:section name="The dataset" id="{22c66ab9-fb38-fae5-623f-5b49cd9e0105}">
          <p14:sldIdLst>
            <p14:sldId id="262"/>
            <p14:sldId id="263"/>
            <p14:sldId id="264"/>
            <p14:sldId id="265"/>
            <p14:sldId id="266"/>
          </p14:sldIdLst>
        </p14:section>
        <p14:section name="Experiments" id="{4cf845ca-fd69-5860-5c24-a5e696147190}">
          <p14:sldIdLst>
            <p14:sldId id="267"/>
            <p14:sldId id="268"/>
            <p14:sldId id="269"/>
          </p14:sldIdLst>
        </p14:section>
        <p14:section name="Use" id="{b294b918-0363-943f-9613-27707e0547d9}">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slab real 0"/>
          <p:cNvSpPr/>
          <p:nvPr/>
        </p:nvSpPr>
        <p:spPr>
          <a:xfrm>
            <a:off x="1141628" y="2782062"/>
            <a:ext cx="457200" cy="32004"/>
          </a:xfrm>
          <a:prstGeom prst="rect">
            <a:avLst/>
          </a:prstGeom>
          <a:solidFill>
            <a:srgbClr val="52514E"/>
          </a:solidFill>
          <a:ln/>
        </p:spPr>
      </p:sp>
      <p:sp>
        <p:nvSpPr>
          <p:cNvPr id="10"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1"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2"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3" name="mini slab real 1"/>
          <p:cNvSpPr/>
          <p:nvPr/>
        </p:nvSpPr>
        <p:spPr>
          <a:xfrm>
            <a:off x="1639519" y="2695651"/>
            <a:ext cx="457200" cy="32004"/>
          </a:xfrm>
          <a:prstGeom prst="rect">
            <a:avLst/>
          </a:prstGeom>
          <a:solidFill>
            <a:srgbClr val="52514E"/>
          </a:solidFill>
          <a:ln/>
        </p:spPr>
      </p:sp>
      <p:sp>
        <p:nvSpPr>
          <p:cNvPr id="14"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5"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6"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7" name="mini slab real 2"/>
          <p:cNvSpPr/>
          <p:nvPr/>
        </p:nvSpPr>
        <p:spPr>
          <a:xfrm>
            <a:off x="2137410" y="2794406"/>
            <a:ext cx="457200" cy="32004"/>
          </a:xfrm>
          <a:prstGeom prst="rect">
            <a:avLst/>
          </a:prstGeom>
          <a:solidFill>
            <a:srgbClr val="52514E"/>
          </a:solidFill>
          <a:ln/>
        </p:spPr>
      </p:sp>
      <p:sp>
        <p:nvSpPr>
          <p:cNvPr id="18"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19"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0"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1" name="mini slab real 3"/>
          <p:cNvSpPr/>
          <p:nvPr/>
        </p:nvSpPr>
        <p:spPr>
          <a:xfrm>
            <a:off x="1277417" y="2350008"/>
            <a:ext cx="457200" cy="32004"/>
          </a:xfrm>
          <a:prstGeom prst="rect">
            <a:avLst/>
          </a:prstGeom>
          <a:solidFill>
            <a:srgbClr val="52514E"/>
          </a:solidFill>
          <a:ln/>
        </p:spPr>
      </p:sp>
      <p:sp>
        <p:nvSpPr>
          <p:cNvPr id="22"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3"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4"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5" name="mini slab real 4"/>
          <p:cNvSpPr/>
          <p:nvPr/>
        </p:nvSpPr>
        <p:spPr>
          <a:xfrm>
            <a:off x="1911096" y="2399386"/>
            <a:ext cx="457200" cy="32004"/>
          </a:xfrm>
          <a:prstGeom prst="rect">
            <a:avLst/>
          </a:prstGeom>
          <a:solidFill>
            <a:srgbClr val="52514E"/>
          </a:solidFill>
          <a:ln/>
        </p:spPr>
      </p:sp>
      <p:sp>
        <p:nvSpPr>
          <p:cNvPr id="26"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27"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28"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29" name="mini slab real 5"/>
          <p:cNvSpPr/>
          <p:nvPr/>
        </p:nvSpPr>
        <p:spPr>
          <a:xfrm>
            <a:off x="2499512" y="2473452"/>
            <a:ext cx="457200" cy="32004"/>
          </a:xfrm>
          <a:prstGeom prst="rect">
            <a:avLst/>
          </a:prstGeom>
          <a:solidFill>
            <a:srgbClr val="52514E"/>
          </a:solidFill>
          <a:ln/>
        </p:spPr>
      </p:sp>
      <p:sp>
        <p:nvSpPr>
          <p:cNvPr id="30"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1"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2"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3" name="real cluster ring"/>
          <p:cNvSpPr/>
          <p:nvPr/>
        </p:nvSpPr>
        <p:spPr>
          <a:xfrm>
            <a:off x="987552" y="2279142"/>
            <a:ext cx="2263140" cy="839419"/>
          </a:xfrm>
          <a:prstGeom prst="ellipse">
            <a:avLst/>
          </a:prstGeom>
          <a:ln w="12700">
            <a:solidFill>
              <a:srgbClr val="EB6834"/>
            </a:solidFill>
            <a:prstDash val="dash"/>
          </a:ln>
        </p:spPr>
      </p:sp>
      <p:sp>
        <p:nvSpPr>
          <p:cNvPr id="34"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35" name="space synthetic"/>
          <p:cNvSpPr/>
          <p:nvPr/>
        </p:nvSpPr>
        <p:spPr>
          <a:xfrm>
            <a:off x="548640" y="3611880"/>
            <a:ext cx="5212080" cy="2103120"/>
          </a:xfrm>
          <a:prstGeom prst="roundRect">
            <a:avLst>
              <a:gd name="adj" fmla="val 3043"/>
            </a:avLst>
          </a:prstGeom>
          <a:solidFill>
            <a:schemeClr val="bg2"/>
          </a:solidFill>
          <a:ln/>
        </p:spPr>
      </p:sp>
      <p:sp>
        <p:nvSpPr>
          <p:cNvPr id="3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37" name="x axis synthetic"/>
          <p:cNvSpPr/>
          <p:nvPr/>
        </p:nvSpPr>
        <p:spPr>
          <a:xfrm>
            <a:off x="1005840" y="5321808"/>
            <a:ext cx="4526280" cy="0"/>
          </a:xfrm>
          <a:prstGeom prst="line">
            <a:avLst/>
          </a:prstGeom>
          <a:noFill/>
          <a:ln w="12700">
            <a:solidFill>
              <a:srgbClr val="52514E"/>
            </a:solidFill>
            <a:prstDash val="solid"/>
            <a:tailEnd type="triangle"/>
          </a:ln>
        </p:spPr>
      </p:sp>
      <p:sp>
        <p:nvSpPr>
          <p:cNvPr id="38" name="y axis synthetic"/>
          <p:cNvSpPr/>
          <p:nvPr/>
        </p:nvSpPr>
        <p:spPr>
          <a:xfrm>
            <a:off x="1005840" y="4087368"/>
            <a:ext cx="0" cy="1234440"/>
          </a:xfrm>
          <a:prstGeom prst="line">
            <a:avLst/>
          </a:prstGeom>
          <a:noFill/>
          <a:ln w="12700">
            <a:solidFill>
              <a:srgbClr val="52514E"/>
            </a:solidFill>
            <a:prstDash val="solid"/>
            <a:headEnd type="triangle"/>
          </a:ln>
        </p:spPr>
      </p:sp>
      <p:sp>
        <p:nvSpPr>
          <p:cNvPr id="3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1" name="mini slab syn 10"/>
          <p:cNvSpPr/>
          <p:nvPr/>
        </p:nvSpPr>
        <p:spPr>
          <a:xfrm>
            <a:off x="1060704" y="4133088"/>
            <a:ext cx="456057" cy="32004"/>
          </a:xfrm>
          <a:prstGeom prst="rect">
            <a:avLst/>
          </a:prstGeom>
          <a:solidFill>
            <a:srgbClr val="52514E"/>
          </a:solidFill>
          <a:ln/>
        </p:spPr>
      </p:sp>
      <p:sp>
        <p:nvSpPr>
          <p:cNvPr id="42" name="mini syn 10 0"/>
          <p:cNvSpPr/>
          <p:nvPr/>
        </p:nvSpPr>
        <p:spPr>
          <a:xfrm>
            <a:off x="1247585" y="4206240"/>
            <a:ext cx="82296" cy="82296"/>
          </a:xfrm>
          <a:prstGeom prst="ellipse">
            <a:avLst/>
          </a:prstGeom>
          <a:solidFill>
            <a:schemeClr val="accent1"/>
          </a:solidFill>
          <a:ln w="5080">
            <a:solidFill>
              <a:srgbClr val="FFFFFF"/>
            </a:solidFill>
            <a:prstDash val="solid"/>
          </a:ln>
        </p:spPr>
      </p:sp>
      <p:sp>
        <p:nvSpPr>
          <p:cNvPr id="43" name="mini slab syn 11"/>
          <p:cNvSpPr/>
          <p:nvPr/>
        </p:nvSpPr>
        <p:spPr>
          <a:xfrm>
            <a:off x="1060704" y="4544568"/>
            <a:ext cx="456057" cy="32004"/>
          </a:xfrm>
          <a:prstGeom prst="rect">
            <a:avLst/>
          </a:prstGeom>
          <a:solidFill>
            <a:srgbClr val="52514E"/>
          </a:solidFill>
          <a:ln/>
        </p:spPr>
      </p:sp>
      <p:sp>
        <p:nvSpPr>
          <p:cNvPr id="44" name="mini syn 11 0"/>
          <p:cNvSpPr/>
          <p:nvPr/>
        </p:nvSpPr>
        <p:spPr>
          <a:xfrm>
            <a:off x="1220153" y="4608576"/>
            <a:ext cx="137160" cy="100584"/>
          </a:xfrm>
          <a:prstGeom prst="rect">
            <a:avLst/>
          </a:prstGeom>
          <a:solidFill>
            <a:schemeClr val="accent1"/>
          </a:solidFill>
          <a:ln w="5080">
            <a:solidFill>
              <a:srgbClr val="FFFFFF"/>
            </a:solidFill>
            <a:prstDash val="solid"/>
          </a:ln>
        </p:spPr>
      </p:sp>
      <p:sp>
        <p:nvSpPr>
          <p:cNvPr id="45" name="mini wall syn 12"/>
          <p:cNvSpPr/>
          <p:nvPr/>
        </p:nvSpPr>
        <p:spPr>
          <a:xfrm>
            <a:off x="1060704" y="4956048"/>
            <a:ext cx="32004" cy="320040"/>
          </a:xfrm>
          <a:prstGeom prst="rect">
            <a:avLst/>
          </a:prstGeom>
          <a:solidFill>
            <a:srgbClr val="52514E"/>
          </a:solidFill>
          <a:ln/>
        </p:spPr>
      </p:sp>
      <p:sp>
        <p:nvSpPr>
          <p:cNvPr id="46" name="mini syn 12 0"/>
          <p:cNvSpPr/>
          <p:nvPr/>
        </p:nvSpPr>
        <p:spPr>
          <a:xfrm>
            <a:off x="1143000" y="5074920"/>
            <a:ext cx="82296" cy="82296"/>
          </a:xfrm>
          <a:prstGeom prst="ellipse">
            <a:avLst/>
          </a:prstGeom>
          <a:solidFill>
            <a:schemeClr val="accent1"/>
          </a:solidFill>
          <a:ln w="5080">
            <a:solidFill>
              <a:srgbClr val="FFFFFF"/>
            </a:solidFill>
            <a:prstDash val="solid"/>
          </a:ln>
        </p:spPr>
      </p:sp>
      <p:sp>
        <p:nvSpPr>
          <p:cNvPr id="47" name="mini slab syn 20"/>
          <p:cNvSpPr/>
          <p:nvPr/>
        </p:nvSpPr>
        <p:spPr>
          <a:xfrm>
            <a:off x="1626489" y="4133088"/>
            <a:ext cx="456057" cy="32004"/>
          </a:xfrm>
          <a:prstGeom prst="rect">
            <a:avLst/>
          </a:prstGeom>
          <a:solidFill>
            <a:srgbClr val="52514E"/>
          </a:solidFill>
          <a:ln/>
        </p:spPr>
      </p:sp>
      <p:sp>
        <p:nvSpPr>
          <p:cNvPr id="48" name="mini syn 20 0"/>
          <p:cNvSpPr/>
          <p:nvPr/>
        </p:nvSpPr>
        <p:spPr>
          <a:xfrm>
            <a:off x="1738268" y="4206240"/>
            <a:ext cx="80481" cy="80481"/>
          </a:xfrm>
          <a:prstGeom prst="ellipse">
            <a:avLst/>
          </a:prstGeom>
          <a:solidFill>
            <a:schemeClr val="accent1"/>
          </a:solidFill>
          <a:ln w="5080">
            <a:solidFill>
              <a:srgbClr val="FFFFFF"/>
            </a:solidFill>
            <a:prstDash val="solid"/>
          </a:ln>
        </p:spPr>
      </p:sp>
      <p:sp>
        <p:nvSpPr>
          <p:cNvPr id="49" name="mini syn 20 1"/>
          <p:cNvSpPr/>
          <p:nvPr/>
        </p:nvSpPr>
        <p:spPr>
          <a:xfrm>
            <a:off x="1890287" y="4206240"/>
            <a:ext cx="80481" cy="80481"/>
          </a:xfrm>
          <a:prstGeom prst="ellipse">
            <a:avLst/>
          </a:prstGeom>
          <a:solidFill>
            <a:schemeClr val="accent1"/>
          </a:solidFill>
          <a:ln w="5080">
            <a:solidFill>
              <a:srgbClr val="FFFFFF"/>
            </a:solidFill>
            <a:prstDash val="solid"/>
          </a:ln>
        </p:spPr>
      </p:sp>
      <p:sp>
        <p:nvSpPr>
          <p:cNvPr id="50" name="mini slab syn 21"/>
          <p:cNvSpPr/>
          <p:nvPr/>
        </p:nvSpPr>
        <p:spPr>
          <a:xfrm>
            <a:off x="1626489" y="4544568"/>
            <a:ext cx="456057" cy="32004"/>
          </a:xfrm>
          <a:prstGeom prst="rect">
            <a:avLst/>
          </a:prstGeom>
          <a:solidFill>
            <a:srgbClr val="52514E"/>
          </a:solidFill>
          <a:ln/>
        </p:spPr>
      </p:sp>
      <p:sp>
        <p:nvSpPr>
          <p:cNvPr id="51" name="mini syn 21 0"/>
          <p:cNvSpPr/>
          <p:nvPr/>
        </p:nvSpPr>
        <p:spPr>
          <a:xfrm>
            <a:off x="1711441" y="4608576"/>
            <a:ext cx="134134" cy="98365"/>
          </a:xfrm>
          <a:prstGeom prst="rect">
            <a:avLst/>
          </a:prstGeom>
          <a:solidFill>
            <a:schemeClr val="accent1"/>
          </a:solidFill>
          <a:ln w="5080">
            <a:solidFill>
              <a:srgbClr val="FFFFFF"/>
            </a:solidFill>
            <a:prstDash val="solid"/>
          </a:ln>
        </p:spPr>
      </p:sp>
      <p:sp>
        <p:nvSpPr>
          <p:cNvPr id="52" name="mini syn 21 1"/>
          <p:cNvSpPr/>
          <p:nvPr/>
        </p:nvSpPr>
        <p:spPr>
          <a:xfrm>
            <a:off x="1890287" y="4617720"/>
            <a:ext cx="80481" cy="80481"/>
          </a:xfrm>
          <a:prstGeom prst="ellipse">
            <a:avLst/>
          </a:prstGeom>
          <a:solidFill>
            <a:schemeClr val="accent1"/>
          </a:solidFill>
          <a:ln w="5080">
            <a:solidFill>
              <a:srgbClr val="FFFFFF"/>
            </a:solidFill>
            <a:prstDash val="solid"/>
          </a:ln>
        </p:spPr>
      </p:sp>
      <p:sp>
        <p:nvSpPr>
          <p:cNvPr id="53" name="mini wall syn 22"/>
          <p:cNvSpPr/>
          <p:nvPr/>
        </p:nvSpPr>
        <p:spPr>
          <a:xfrm>
            <a:off x="1626489" y="4956048"/>
            <a:ext cx="32004" cy="320040"/>
          </a:xfrm>
          <a:prstGeom prst="rect">
            <a:avLst/>
          </a:prstGeom>
          <a:solidFill>
            <a:srgbClr val="52514E"/>
          </a:solidFill>
          <a:ln/>
        </p:spPr>
      </p:sp>
      <p:sp>
        <p:nvSpPr>
          <p:cNvPr id="54" name="mini syn 22 0"/>
          <p:cNvSpPr/>
          <p:nvPr/>
        </p:nvSpPr>
        <p:spPr>
          <a:xfrm>
            <a:off x="1708785" y="5025800"/>
            <a:ext cx="73855" cy="73855"/>
          </a:xfrm>
          <a:prstGeom prst="ellipse">
            <a:avLst/>
          </a:prstGeom>
          <a:solidFill>
            <a:schemeClr val="accent1"/>
          </a:solidFill>
          <a:ln w="5080">
            <a:solidFill>
              <a:srgbClr val="FFFFFF"/>
            </a:solidFill>
            <a:prstDash val="solid"/>
          </a:ln>
        </p:spPr>
      </p:sp>
      <p:sp>
        <p:nvSpPr>
          <p:cNvPr id="55" name="mini syn 22 1"/>
          <p:cNvSpPr/>
          <p:nvPr/>
        </p:nvSpPr>
        <p:spPr>
          <a:xfrm>
            <a:off x="1699641" y="5148893"/>
            <a:ext cx="98474" cy="41031"/>
          </a:xfrm>
          <a:prstGeom prst="rect">
            <a:avLst/>
          </a:prstGeom>
          <a:solidFill>
            <a:schemeClr val="accent1"/>
          </a:solidFill>
          <a:ln w="5080">
            <a:solidFill>
              <a:srgbClr val="FFFFFF"/>
            </a:solidFill>
            <a:prstDash val="solid"/>
          </a:ln>
        </p:spPr>
      </p:sp>
      <p:sp>
        <p:nvSpPr>
          <p:cNvPr id="56" name="mini slab syn 30"/>
          <p:cNvSpPr/>
          <p:nvPr/>
        </p:nvSpPr>
        <p:spPr>
          <a:xfrm>
            <a:off x="2192274" y="4133088"/>
            <a:ext cx="456057" cy="32004"/>
          </a:xfrm>
          <a:prstGeom prst="rect">
            <a:avLst/>
          </a:prstGeom>
          <a:solidFill>
            <a:srgbClr val="52514E"/>
          </a:solidFill>
          <a:ln/>
        </p:spPr>
      </p:sp>
      <p:sp>
        <p:nvSpPr>
          <p:cNvPr id="57" name="mini syn 30 0"/>
          <p:cNvSpPr/>
          <p:nvPr/>
        </p:nvSpPr>
        <p:spPr>
          <a:xfrm>
            <a:off x="2276108" y="4206240"/>
            <a:ext cx="60360" cy="60360"/>
          </a:xfrm>
          <a:prstGeom prst="ellipse">
            <a:avLst/>
          </a:prstGeom>
          <a:solidFill>
            <a:schemeClr val="accent1"/>
          </a:solidFill>
          <a:ln w="5080">
            <a:solidFill>
              <a:srgbClr val="FFFFFF"/>
            </a:solidFill>
            <a:prstDash val="solid"/>
          </a:ln>
        </p:spPr>
      </p:sp>
      <p:sp>
        <p:nvSpPr>
          <p:cNvPr id="58" name="mini syn 30 1"/>
          <p:cNvSpPr/>
          <p:nvPr/>
        </p:nvSpPr>
        <p:spPr>
          <a:xfrm>
            <a:off x="2390122" y="4206240"/>
            <a:ext cx="60360" cy="60360"/>
          </a:xfrm>
          <a:prstGeom prst="ellipse">
            <a:avLst/>
          </a:prstGeom>
          <a:solidFill>
            <a:schemeClr val="accent1"/>
          </a:solidFill>
          <a:ln w="5080">
            <a:solidFill>
              <a:srgbClr val="FFFFFF"/>
            </a:solidFill>
            <a:prstDash val="solid"/>
          </a:ln>
        </p:spPr>
      </p:sp>
      <p:sp>
        <p:nvSpPr>
          <p:cNvPr id="59" name="mini syn 30 2"/>
          <p:cNvSpPr/>
          <p:nvPr/>
        </p:nvSpPr>
        <p:spPr>
          <a:xfrm>
            <a:off x="2504137" y="4206240"/>
            <a:ext cx="60360" cy="60360"/>
          </a:xfrm>
          <a:prstGeom prst="ellipse">
            <a:avLst/>
          </a:prstGeom>
          <a:solidFill>
            <a:schemeClr val="accent1"/>
          </a:solidFill>
          <a:ln w="5080">
            <a:solidFill>
              <a:srgbClr val="FFFFFF"/>
            </a:solidFill>
            <a:prstDash val="solid"/>
          </a:ln>
        </p:spPr>
      </p:sp>
      <p:sp>
        <p:nvSpPr>
          <p:cNvPr id="60" name="mini slab syn 31"/>
          <p:cNvSpPr/>
          <p:nvPr/>
        </p:nvSpPr>
        <p:spPr>
          <a:xfrm>
            <a:off x="2192274" y="4544568"/>
            <a:ext cx="456057" cy="32004"/>
          </a:xfrm>
          <a:prstGeom prst="rect">
            <a:avLst/>
          </a:prstGeom>
          <a:solidFill>
            <a:srgbClr val="52514E"/>
          </a:solidFill>
          <a:ln/>
        </p:spPr>
      </p:sp>
      <p:sp>
        <p:nvSpPr>
          <p:cNvPr id="61" name="mini syn 31 0"/>
          <p:cNvSpPr/>
          <p:nvPr/>
        </p:nvSpPr>
        <p:spPr>
          <a:xfrm>
            <a:off x="2255988" y="4608576"/>
            <a:ext cx="100601" cy="73774"/>
          </a:xfrm>
          <a:prstGeom prst="rect">
            <a:avLst/>
          </a:prstGeom>
          <a:solidFill>
            <a:schemeClr val="accent1"/>
          </a:solidFill>
          <a:ln w="5080">
            <a:solidFill>
              <a:srgbClr val="FFFFFF"/>
            </a:solidFill>
            <a:prstDash val="solid"/>
          </a:ln>
        </p:spPr>
      </p:sp>
      <p:sp>
        <p:nvSpPr>
          <p:cNvPr id="62" name="mini syn 31 1"/>
          <p:cNvSpPr/>
          <p:nvPr/>
        </p:nvSpPr>
        <p:spPr>
          <a:xfrm>
            <a:off x="2390122" y="4617720"/>
            <a:ext cx="60360" cy="60360"/>
          </a:xfrm>
          <a:prstGeom prst="ellipse">
            <a:avLst/>
          </a:prstGeom>
          <a:solidFill>
            <a:schemeClr val="accent1"/>
          </a:solidFill>
          <a:ln w="5080">
            <a:solidFill>
              <a:srgbClr val="FFFFFF"/>
            </a:solidFill>
            <a:prstDash val="solid"/>
          </a:ln>
        </p:spPr>
      </p:sp>
      <p:sp>
        <p:nvSpPr>
          <p:cNvPr id="63" name="mini syn 31 2"/>
          <p:cNvSpPr/>
          <p:nvPr/>
        </p:nvSpPr>
        <p:spPr>
          <a:xfrm>
            <a:off x="2494076" y="4636008"/>
            <a:ext cx="80481" cy="33534"/>
          </a:xfrm>
          <a:prstGeom prst="rect">
            <a:avLst/>
          </a:prstGeom>
          <a:solidFill>
            <a:schemeClr val="accent1"/>
          </a:solidFill>
          <a:ln w="5080">
            <a:solidFill>
              <a:srgbClr val="FFFFFF"/>
            </a:solidFill>
            <a:prstDash val="solid"/>
          </a:ln>
        </p:spPr>
      </p:sp>
      <p:sp>
        <p:nvSpPr>
          <p:cNvPr id="64" name="mini wall syn 32"/>
          <p:cNvSpPr/>
          <p:nvPr/>
        </p:nvSpPr>
        <p:spPr>
          <a:xfrm>
            <a:off x="2192274" y="4956048"/>
            <a:ext cx="32004" cy="320040"/>
          </a:xfrm>
          <a:prstGeom prst="rect">
            <a:avLst/>
          </a:prstGeom>
          <a:solidFill>
            <a:srgbClr val="52514E"/>
          </a:solidFill>
          <a:ln/>
        </p:spPr>
      </p:sp>
      <p:sp>
        <p:nvSpPr>
          <p:cNvPr id="65" name="mini syn 32 0"/>
          <p:cNvSpPr/>
          <p:nvPr/>
        </p:nvSpPr>
        <p:spPr>
          <a:xfrm>
            <a:off x="2274570" y="5008362"/>
            <a:ext cx="55392" cy="55392"/>
          </a:xfrm>
          <a:prstGeom prst="ellipse">
            <a:avLst/>
          </a:prstGeom>
          <a:solidFill>
            <a:schemeClr val="accent1"/>
          </a:solidFill>
          <a:ln w="5080">
            <a:solidFill>
              <a:srgbClr val="FFFFFF"/>
            </a:solidFill>
            <a:prstDash val="solid"/>
          </a:ln>
        </p:spPr>
      </p:sp>
      <p:sp>
        <p:nvSpPr>
          <p:cNvPr id="66" name="mini syn 32 1"/>
          <p:cNvSpPr/>
          <p:nvPr/>
        </p:nvSpPr>
        <p:spPr>
          <a:xfrm>
            <a:off x="2265426" y="5100681"/>
            <a:ext cx="73855" cy="30773"/>
          </a:xfrm>
          <a:prstGeom prst="rect">
            <a:avLst/>
          </a:prstGeom>
          <a:solidFill>
            <a:schemeClr val="accent1"/>
          </a:solidFill>
          <a:ln w="5080">
            <a:solidFill>
              <a:srgbClr val="FFFFFF"/>
            </a:solidFill>
            <a:prstDash val="solid"/>
          </a:ln>
        </p:spPr>
      </p:sp>
      <p:sp>
        <p:nvSpPr>
          <p:cNvPr id="67" name="mini syn 32 2"/>
          <p:cNvSpPr/>
          <p:nvPr/>
        </p:nvSpPr>
        <p:spPr>
          <a:xfrm>
            <a:off x="2274570" y="5168382"/>
            <a:ext cx="55392" cy="55392"/>
          </a:xfrm>
          <a:prstGeom prst="ellipse">
            <a:avLst/>
          </a:prstGeom>
          <a:solidFill>
            <a:schemeClr val="accent1"/>
          </a:solidFill>
          <a:ln w="5080">
            <a:solidFill>
              <a:srgbClr val="FFFFFF"/>
            </a:solidFill>
            <a:prstDash val="solid"/>
          </a:ln>
        </p:spPr>
      </p:sp>
      <p:sp>
        <p:nvSpPr>
          <p:cNvPr id="68" name="mini slab syn 40"/>
          <p:cNvSpPr/>
          <p:nvPr/>
        </p:nvSpPr>
        <p:spPr>
          <a:xfrm>
            <a:off x="2758059" y="4133088"/>
            <a:ext cx="456057" cy="32004"/>
          </a:xfrm>
          <a:prstGeom prst="rect">
            <a:avLst/>
          </a:prstGeom>
          <a:solidFill>
            <a:srgbClr val="52514E"/>
          </a:solidFill>
          <a:ln/>
        </p:spPr>
      </p:sp>
      <p:sp>
        <p:nvSpPr>
          <p:cNvPr id="69" name="mini syn 40 0"/>
          <p:cNvSpPr/>
          <p:nvPr/>
        </p:nvSpPr>
        <p:spPr>
          <a:xfrm>
            <a:off x="2825126" y="4206240"/>
            <a:ext cx="48288" cy="48288"/>
          </a:xfrm>
          <a:prstGeom prst="ellipse">
            <a:avLst/>
          </a:prstGeom>
          <a:solidFill>
            <a:schemeClr val="accent1"/>
          </a:solidFill>
          <a:ln w="5080">
            <a:solidFill>
              <a:srgbClr val="FFFFFF"/>
            </a:solidFill>
            <a:prstDash val="solid"/>
          </a:ln>
        </p:spPr>
      </p:sp>
      <p:sp>
        <p:nvSpPr>
          <p:cNvPr id="70" name="mini syn 40 1"/>
          <p:cNvSpPr/>
          <p:nvPr/>
        </p:nvSpPr>
        <p:spPr>
          <a:xfrm>
            <a:off x="2916338" y="4206240"/>
            <a:ext cx="48288" cy="48288"/>
          </a:xfrm>
          <a:prstGeom prst="ellipse">
            <a:avLst/>
          </a:prstGeom>
          <a:solidFill>
            <a:schemeClr val="accent1"/>
          </a:solidFill>
          <a:ln w="5080">
            <a:solidFill>
              <a:srgbClr val="FFFFFF"/>
            </a:solidFill>
            <a:prstDash val="solid"/>
          </a:ln>
        </p:spPr>
      </p:sp>
      <p:sp>
        <p:nvSpPr>
          <p:cNvPr id="71" name="mini syn 40 2"/>
          <p:cNvSpPr/>
          <p:nvPr/>
        </p:nvSpPr>
        <p:spPr>
          <a:xfrm>
            <a:off x="3007549" y="4206240"/>
            <a:ext cx="48288" cy="48288"/>
          </a:xfrm>
          <a:prstGeom prst="ellipse">
            <a:avLst/>
          </a:prstGeom>
          <a:solidFill>
            <a:schemeClr val="accent1"/>
          </a:solidFill>
          <a:ln w="5080">
            <a:solidFill>
              <a:srgbClr val="FFFFFF"/>
            </a:solidFill>
            <a:prstDash val="solid"/>
          </a:ln>
        </p:spPr>
      </p:sp>
      <p:sp>
        <p:nvSpPr>
          <p:cNvPr id="72" name="mini syn 40 3"/>
          <p:cNvSpPr/>
          <p:nvPr/>
        </p:nvSpPr>
        <p:spPr>
          <a:xfrm>
            <a:off x="3098760" y="4206240"/>
            <a:ext cx="48288" cy="48288"/>
          </a:xfrm>
          <a:prstGeom prst="ellipse">
            <a:avLst/>
          </a:prstGeom>
          <a:solidFill>
            <a:schemeClr val="accent1"/>
          </a:solidFill>
          <a:ln w="5080">
            <a:solidFill>
              <a:srgbClr val="FFFFFF"/>
            </a:solidFill>
            <a:prstDash val="solid"/>
          </a:ln>
        </p:spPr>
      </p:sp>
      <p:sp>
        <p:nvSpPr>
          <p:cNvPr id="73" name="mini slab syn 41"/>
          <p:cNvSpPr/>
          <p:nvPr/>
        </p:nvSpPr>
        <p:spPr>
          <a:xfrm>
            <a:off x="2758059" y="4544568"/>
            <a:ext cx="456057" cy="32004"/>
          </a:xfrm>
          <a:prstGeom prst="rect">
            <a:avLst/>
          </a:prstGeom>
          <a:solidFill>
            <a:srgbClr val="52514E"/>
          </a:solidFill>
          <a:ln/>
        </p:spPr>
      </p:sp>
      <p:sp>
        <p:nvSpPr>
          <p:cNvPr id="74" name="mini syn 41 0"/>
          <p:cNvSpPr/>
          <p:nvPr/>
        </p:nvSpPr>
        <p:spPr>
          <a:xfrm>
            <a:off x="2809030" y="4608576"/>
            <a:ext cx="80481" cy="59019"/>
          </a:xfrm>
          <a:prstGeom prst="rect">
            <a:avLst/>
          </a:prstGeom>
          <a:solidFill>
            <a:schemeClr val="accent1"/>
          </a:solidFill>
          <a:ln w="5080">
            <a:solidFill>
              <a:srgbClr val="FFFFFF"/>
            </a:solidFill>
            <a:prstDash val="solid"/>
          </a:ln>
        </p:spPr>
      </p:sp>
      <p:sp>
        <p:nvSpPr>
          <p:cNvPr id="75" name="mini syn 41 1"/>
          <p:cNvSpPr/>
          <p:nvPr/>
        </p:nvSpPr>
        <p:spPr>
          <a:xfrm>
            <a:off x="2916338" y="4617720"/>
            <a:ext cx="48288" cy="48288"/>
          </a:xfrm>
          <a:prstGeom prst="ellipse">
            <a:avLst/>
          </a:prstGeom>
          <a:solidFill>
            <a:schemeClr val="accent1"/>
          </a:solidFill>
          <a:ln w="5080">
            <a:solidFill>
              <a:srgbClr val="FFFFFF"/>
            </a:solidFill>
            <a:prstDash val="solid"/>
          </a:ln>
        </p:spPr>
      </p:sp>
      <p:sp>
        <p:nvSpPr>
          <p:cNvPr id="76" name="mini syn 41 2"/>
          <p:cNvSpPr/>
          <p:nvPr/>
        </p:nvSpPr>
        <p:spPr>
          <a:xfrm>
            <a:off x="2999501" y="4636008"/>
            <a:ext cx="64385" cy="26827"/>
          </a:xfrm>
          <a:prstGeom prst="rect">
            <a:avLst/>
          </a:prstGeom>
          <a:solidFill>
            <a:schemeClr val="accent1"/>
          </a:solidFill>
          <a:ln w="5080">
            <a:solidFill>
              <a:srgbClr val="FFFFFF"/>
            </a:solidFill>
            <a:prstDash val="solid"/>
          </a:ln>
        </p:spPr>
      </p:sp>
      <p:sp>
        <p:nvSpPr>
          <p:cNvPr id="77" name="mini syn 41 3"/>
          <p:cNvSpPr/>
          <p:nvPr/>
        </p:nvSpPr>
        <p:spPr>
          <a:xfrm>
            <a:off x="3098760" y="4617720"/>
            <a:ext cx="48288" cy="48288"/>
          </a:xfrm>
          <a:prstGeom prst="ellipse">
            <a:avLst/>
          </a:prstGeom>
          <a:solidFill>
            <a:schemeClr val="accent1"/>
          </a:solidFill>
          <a:ln w="5080">
            <a:solidFill>
              <a:srgbClr val="FFFFFF"/>
            </a:solidFill>
            <a:prstDash val="solid"/>
          </a:ln>
        </p:spPr>
      </p:sp>
      <p:sp>
        <p:nvSpPr>
          <p:cNvPr id="78" name="mini wall syn 42"/>
          <p:cNvSpPr/>
          <p:nvPr/>
        </p:nvSpPr>
        <p:spPr>
          <a:xfrm>
            <a:off x="2758059" y="4956048"/>
            <a:ext cx="32004" cy="320040"/>
          </a:xfrm>
          <a:prstGeom prst="rect">
            <a:avLst/>
          </a:prstGeom>
          <a:solidFill>
            <a:srgbClr val="52514E"/>
          </a:solidFill>
          <a:ln/>
        </p:spPr>
      </p:sp>
      <p:sp>
        <p:nvSpPr>
          <p:cNvPr id="79" name="mini syn 42 0"/>
          <p:cNvSpPr/>
          <p:nvPr/>
        </p:nvSpPr>
        <p:spPr>
          <a:xfrm>
            <a:off x="2840355" y="4997899"/>
            <a:ext cx="44313" cy="44313"/>
          </a:xfrm>
          <a:prstGeom prst="ellipse">
            <a:avLst/>
          </a:prstGeom>
          <a:solidFill>
            <a:schemeClr val="accent1"/>
          </a:solidFill>
          <a:ln w="5080">
            <a:solidFill>
              <a:srgbClr val="FFFFFF"/>
            </a:solidFill>
            <a:prstDash val="solid"/>
          </a:ln>
        </p:spPr>
      </p:sp>
      <p:sp>
        <p:nvSpPr>
          <p:cNvPr id="80" name="mini syn 42 1"/>
          <p:cNvSpPr/>
          <p:nvPr/>
        </p:nvSpPr>
        <p:spPr>
          <a:xfrm>
            <a:off x="2831211" y="5071755"/>
            <a:ext cx="59084" cy="24618"/>
          </a:xfrm>
          <a:prstGeom prst="rect">
            <a:avLst/>
          </a:prstGeom>
          <a:solidFill>
            <a:schemeClr val="accent1"/>
          </a:solidFill>
          <a:ln w="5080">
            <a:solidFill>
              <a:srgbClr val="FFFFFF"/>
            </a:solidFill>
            <a:prstDash val="solid"/>
          </a:ln>
        </p:spPr>
      </p:sp>
      <p:sp>
        <p:nvSpPr>
          <p:cNvPr id="81" name="mini syn 42 2"/>
          <p:cNvSpPr/>
          <p:nvPr/>
        </p:nvSpPr>
        <p:spPr>
          <a:xfrm>
            <a:off x="2840355" y="5125915"/>
            <a:ext cx="44313" cy="44313"/>
          </a:xfrm>
          <a:prstGeom prst="ellipse">
            <a:avLst/>
          </a:prstGeom>
          <a:solidFill>
            <a:schemeClr val="accent1"/>
          </a:solidFill>
          <a:ln w="5080">
            <a:solidFill>
              <a:srgbClr val="FFFFFF"/>
            </a:solidFill>
            <a:prstDash val="solid"/>
          </a:ln>
        </p:spPr>
      </p:sp>
      <p:sp>
        <p:nvSpPr>
          <p:cNvPr id="82" name="mini syn 42 3"/>
          <p:cNvSpPr/>
          <p:nvPr/>
        </p:nvSpPr>
        <p:spPr>
          <a:xfrm>
            <a:off x="2840355" y="5189923"/>
            <a:ext cx="44313" cy="44313"/>
          </a:xfrm>
          <a:prstGeom prst="ellipse">
            <a:avLst/>
          </a:prstGeom>
          <a:solidFill>
            <a:schemeClr val="accent1"/>
          </a:solidFill>
          <a:ln w="5080">
            <a:solidFill>
              <a:srgbClr val="FFFFFF"/>
            </a:solidFill>
            <a:prstDash val="solid"/>
          </a:ln>
        </p:spPr>
      </p:sp>
      <p:sp>
        <p:nvSpPr>
          <p:cNvPr id="83" name="mini slab syn 50"/>
          <p:cNvSpPr/>
          <p:nvPr/>
        </p:nvSpPr>
        <p:spPr>
          <a:xfrm>
            <a:off x="3323844" y="4133088"/>
            <a:ext cx="456057" cy="32004"/>
          </a:xfrm>
          <a:prstGeom prst="rect">
            <a:avLst/>
          </a:prstGeom>
          <a:solidFill>
            <a:srgbClr val="52514E"/>
          </a:solidFill>
          <a:ln/>
        </p:spPr>
      </p:sp>
      <p:sp>
        <p:nvSpPr>
          <p:cNvPr id="84" name="mini syn 50 0"/>
          <p:cNvSpPr/>
          <p:nvPr/>
        </p:nvSpPr>
        <p:spPr>
          <a:xfrm>
            <a:off x="3379733" y="4206240"/>
            <a:ext cx="40240" cy="40240"/>
          </a:xfrm>
          <a:prstGeom prst="ellipse">
            <a:avLst/>
          </a:prstGeom>
          <a:solidFill>
            <a:schemeClr val="accent1"/>
          </a:solidFill>
          <a:ln w="5080">
            <a:solidFill>
              <a:srgbClr val="FFFFFF"/>
            </a:solidFill>
            <a:prstDash val="solid"/>
          </a:ln>
        </p:spPr>
      </p:sp>
      <p:sp>
        <p:nvSpPr>
          <p:cNvPr id="85" name="mini syn 50 1"/>
          <p:cNvSpPr/>
          <p:nvPr/>
        </p:nvSpPr>
        <p:spPr>
          <a:xfrm>
            <a:off x="3455743" y="4206240"/>
            <a:ext cx="40240" cy="40240"/>
          </a:xfrm>
          <a:prstGeom prst="ellipse">
            <a:avLst/>
          </a:prstGeom>
          <a:solidFill>
            <a:schemeClr val="accent1"/>
          </a:solidFill>
          <a:ln w="5080">
            <a:solidFill>
              <a:srgbClr val="FFFFFF"/>
            </a:solidFill>
            <a:prstDash val="solid"/>
          </a:ln>
        </p:spPr>
      </p:sp>
      <p:sp>
        <p:nvSpPr>
          <p:cNvPr id="86" name="mini syn 50 2"/>
          <p:cNvSpPr/>
          <p:nvPr/>
        </p:nvSpPr>
        <p:spPr>
          <a:xfrm>
            <a:off x="3531752" y="4206240"/>
            <a:ext cx="40240" cy="40240"/>
          </a:xfrm>
          <a:prstGeom prst="ellipse">
            <a:avLst/>
          </a:prstGeom>
          <a:solidFill>
            <a:schemeClr val="accent1"/>
          </a:solidFill>
          <a:ln w="5080">
            <a:solidFill>
              <a:srgbClr val="FFFFFF"/>
            </a:solidFill>
            <a:prstDash val="solid"/>
          </a:ln>
        </p:spPr>
      </p:sp>
      <p:sp>
        <p:nvSpPr>
          <p:cNvPr id="87" name="mini syn 50 3"/>
          <p:cNvSpPr/>
          <p:nvPr/>
        </p:nvSpPr>
        <p:spPr>
          <a:xfrm>
            <a:off x="3607762" y="4206240"/>
            <a:ext cx="40240" cy="40240"/>
          </a:xfrm>
          <a:prstGeom prst="ellipse">
            <a:avLst/>
          </a:prstGeom>
          <a:solidFill>
            <a:schemeClr val="accent1"/>
          </a:solidFill>
          <a:ln w="5080">
            <a:solidFill>
              <a:srgbClr val="FFFFFF"/>
            </a:solidFill>
            <a:prstDash val="solid"/>
          </a:ln>
        </p:spPr>
      </p:sp>
      <p:sp>
        <p:nvSpPr>
          <p:cNvPr id="88" name="mini syn 50 4"/>
          <p:cNvSpPr/>
          <p:nvPr/>
        </p:nvSpPr>
        <p:spPr>
          <a:xfrm>
            <a:off x="3683771" y="4206240"/>
            <a:ext cx="40240" cy="40240"/>
          </a:xfrm>
          <a:prstGeom prst="ellipse">
            <a:avLst/>
          </a:prstGeom>
          <a:solidFill>
            <a:schemeClr val="accent1"/>
          </a:solidFill>
          <a:ln w="5080">
            <a:solidFill>
              <a:srgbClr val="FFFFFF"/>
            </a:solidFill>
            <a:prstDash val="solid"/>
          </a:ln>
        </p:spPr>
      </p:sp>
      <p:sp>
        <p:nvSpPr>
          <p:cNvPr id="89" name="mini slab syn 51"/>
          <p:cNvSpPr/>
          <p:nvPr/>
        </p:nvSpPr>
        <p:spPr>
          <a:xfrm>
            <a:off x="3323844" y="4544568"/>
            <a:ext cx="456057" cy="32004"/>
          </a:xfrm>
          <a:prstGeom prst="rect">
            <a:avLst/>
          </a:prstGeom>
          <a:solidFill>
            <a:srgbClr val="52514E"/>
          </a:solidFill>
          <a:ln/>
        </p:spPr>
      </p:sp>
      <p:sp>
        <p:nvSpPr>
          <p:cNvPr id="90" name="mini syn 51 0"/>
          <p:cNvSpPr/>
          <p:nvPr/>
        </p:nvSpPr>
        <p:spPr>
          <a:xfrm>
            <a:off x="3366320" y="4608576"/>
            <a:ext cx="67067" cy="49183"/>
          </a:xfrm>
          <a:prstGeom prst="rect">
            <a:avLst/>
          </a:prstGeom>
          <a:solidFill>
            <a:schemeClr val="accent1"/>
          </a:solidFill>
          <a:ln w="5080">
            <a:solidFill>
              <a:srgbClr val="FFFFFF"/>
            </a:solidFill>
            <a:prstDash val="solid"/>
          </a:ln>
        </p:spPr>
      </p:sp>
      <p:sp>
        <p:nvSpPr>
          <p:cNvPr id="91" name="mini syn 51 1"/>
          <p:cNvSpPr/>
          <p:nvPr/>
        </p:nvSpPr>
        <p:spPr>
          <a:xfrm>
            <a:off x="3455743" y="4617720"/>
            <a:ext cx="40240" cy="40240"/>
          </a:xfrm>
          <a:prstGeom prst="ellipse">
            <a:avLst/>
          </a:prstGeom>
          <a:solidFill>
            <a:schemeClr val="accent1"/>
          </a:solidFill>
          <a:ln w="5080">
            <a:solidFill>
              <a:srgbClr val="FFFFFF"/>
            </a:solidFill>
            <a:prstDash val="solid"/>
          </a:ln>
        </p:spPr>
      </p:sp>
      <p:sp>
        <p:nvSpPr>
          <p:cNvPr id="92" name="mini syn 51 2"/>
          <p:cNvSpPr/>
          <p:nvPr/>
        </p:nvSpPr>
        <p:spPr>
          <a:xfrm>
            <a:off x="3525046" y="4636008"/>
            <a:ext cx="53654" cy="22356"/>
          </a:xfrm>
          <a:prstGeom prst="rect">
            <a:avLst/>
          </a:prstGeom>
          <a:solidFill>
            <a:schemeClr val="accent1"/>
          </a:solidFill>
          <a:ln w="5080">
            <a:solidFill>
              <a:srgbClr val="FFFFFF"/>
            </a:solidFill>
            <a:prstDash val="solid"/>
          </a:ln>
        </p:spPr>
      </p:sp>
      <p:sp>
        <p:nvSpPr>
          <p:cNvPr id="93" name="mini syn 51 3"/>
          <p:cNvSpPr/>
          <p:nvPr/>
        </p:nvSpPr>
        <p:spPr>
          <a:xfrm>
            <a:off x="3607762" y="4617720"/>
            <a:ext cx="40240" cy="40240"/>
          </a:xfrm>
          <a:prstGeom prst="ellipse">
            <a:avLst/>
          </a:prstGeom>
          <a:solidFill>
            <a:schemeClr val="accent1"/>
          </a:solidFill>
          <a:ln w="5080">
            <a:solidFill>
              <a:srgbClr val="FFFFFF"/>
            </a:solidFill>
            <a:prstDash val="solid"/>
          </a:ln>
        </p:spPr>
      </p:sp>
      <p:sp>
        <p:nvSpPr>
          <p:cNvPr id="94" name="mini syn 51 4"/>
          <p:cNvSpPr/>
          <p:nvPr/>
        </p:nvSpPr>
        <p:spPr>
          <a:xfrm>
            <a:off x="3670358" y="4608576"/>
            <a:ext cx="67067" cy="49183"/>
          </a:xfrm>
          <a:prstGeom prst="rect">
            <a:avLst/>
          </a:prstGeom>
          <a:solidFill>
            <a:schemeClr val="accent1"/>
          </a:solidFill>
          <a:ln w="5080">
            <a:solidFill>
              <a:srgbClr val="FFFFFF"/>
            </a:solidFill>
            <a:prstDash val="solid"/>
          </a:ln>
        </p:spPr>
      </p:sp>
      <p:sp>
        <p:nvSpPr>
          <p:cNvPr id="95" name="mini wall syn 52"/>
          <p:cNvSpPr/>
          <p:nvPr/>
        </p:nvSpPr>
        <p:spPr>
          <a:xfrm>
            <a:off x="3323844" y="4956048"/>
            <a:ext cx="32004" cy="320040"/>
          </a:xfrm>
          <a:prstGeom prst="rect">
            <a:avLst/>
          </a:prstGeom>
          <a:solidFill>
            <a:srgbClr val="52514E"/>
          </a:solidFill>
          <a:ln/>
        </p:spPr>
      </p:sp>
      <p:sp>
        <p:nvSpPr>
          <p:cNvPr id="96" name="mini syn 52 0"/>
          <p:cNvSpPr/>
          <p:nvPr/>
        </p:nvSpPr>
        <p:spPr>
          <a:xfrm>
            <a:off x="3406140" y="4990924"/>
            <a:ext cx="36928" cy="36928"/>
          </a:xfrm>
          <a:prstGeom prst="ellipse">
            <a:avLst/>
          </a:prstGeom>
          <a:solidFill>
            <a:schemeClr val="accent1"/>
          </a:solidFill>
          <a:ln w="5080">
            <a:solidFill>
              <a:srgbClr val="FFFFFF"/>
            </a:solidFill>
            <a:prstDash val="solid"/>
          </a:ln>
        </p:spPr>
      </p:sp>
      <p:sp>
        <p:nvSpPr>
          <p:cNvPr id="97" name="mini syn 52 1"/>
          <p:cNvSpPr/>
          <p:nvPr/>
        </p:nvSpPr>
        <p:spPr>
          <a:xfrm>
            <a:off x="3396996" y="5052470"/>
            <a:ext cx="49237" cy="20515"/>
          </a:xfrm>
          <a:prstGeom prst="rect">
            <a:avLst/>
          </a:prstGeom>
          <a:solidFill>
            <a:schemeClr val="accent1"/>
          </a:solidFill>
          <a:ln w="5080">
            <a:solidFill>
              <a:srgbClr val="FFFFFF"/>
            </a:solidFill>
            <a:prstDash val="solid"/>
          </a:ln>
        </p:spPr>
      </p:sp>
      <p:sp>
        <p:nvSpPr>
          <p:cNvPr id="98" name="mini syn 52 2"/>
          <p:cNvSpPr/>
          <p:nvPr/>
        </p:nvSpPr>
        <p:spPr>
          <a:xfrm>
            <a:off x="3406140" y="5097604"/>
            <a:ext cx="36928" cy="36928"/>
          </a:xfrm>
          <a:prstGeom prst="ellipse">
            <a:avLst/>
          </a:prstGeom>
          <a:solidFill>
            <a:schemeClr val="accent1"/>
          </a:solidFill>
          <a:ln w="5080">
            <a:solidFill>
              <a:srgbClr val="FFFFFF"/>
            </a:solidFill>
            <a:prstDash val="solid"/>
          </a:ln>
        </p:spPr>
      </p:sp>
      <p:sp>
        <p:nvSpPr>
          <p:cNvPr id="99" name="mini syn 52 3"/>
          <p:cNvSpPr/>
          <p:nvPr/>
        </p:nvSpPr>
        <p:spPr>
          <a:xfrm>
            <a:off x="3406140" y="5150944"/>
            <a:ext cx="36928" cy="36928"/>
          </a:xfrm>
          <a:prstGeom prst="ellipse">
            <a:avLst/>
          </a:prstGeom>
          <a:solidFill>
            <a:schemeClr val="accent1"/>
          </a:solidFill>
          <a:ln w="5080">
            <a:solidFill>
              <a:srgbClr val="FFFFFF"/>
            </a:solidFill>
            <a:prstDash val="solid"/>
          </a:ln>
        </p:spPr>
      </p:sp>
      <p:sp>
        <p:nvSpPr>
          <p:cNvPr id="100" name="mini syn 52 4"/>
          <p:cNvSpPr/>
          <p:nvPr/>
        </p:nvSpPr>
        <p:spPr>
          <a:xfrm>
            <a:off x="3396996" y="5212490"/>
            <a:ext cx="49237" cy="20515"/>
          </a:xfrm>
          <a:prstGeom prst="rect">
            <a:avLst/>
          </a:prstGeom>
          <a:solidFill>
            <a:schemeClr val="accent1"/>
          </a:solidFill>
          <a:ln w="5080">
            <a:solidFill>
              <a:srgbClr val="FFFFFF"/>
            </a:solidFill>
            <a:prstDash val="solid"/>
          </a:ln>
        </p:spPr>
      </p:sp>
      <p:sp>
        <p:nvSpPr>
          <p:cNvPr id="101" name="mini slab syn 60"/>
          <p:cNvSpPr/>
          <p:nvPr/>
        </p:nvSpPr>
        <p:spPr>
          <a:xfrm>
            <a:off x="3889629" y="4133088"/>
            <a:ext cx="456057" cy="32004"/>
          </a:xfrm>
          <a:prstGeom prst="rect">
            <a:avLst/>
          </a:prstGeom>
          <a:solidFill>
            <a:srgbClr val="52514E"/>
          </a:solidFill>
          <a:ln/>
        </p:spPr>
      </p:sp>
      <p:sp>
        <p:nvSpPr>
          <p:cNvPr id="102" name="mini syn 60 0"/>
          <p:cNvSpPr/>
          <p:nvPr/>
        </p:nvSpPr>
        <p:spPr>
          <a:xfrm>
            <a:off x="3937534" y="4206240"/>
            <a:ext cx="34492" cy="34492"/>
          </a:xfrm>
          <a:prstGeom prst="ellipse">
            <a:avLst/>
          </a:prstGeom>
          <a:solidFill>
            <a:schemeClr val="accent1"/>
          </a:solidFill>
          <a:ln w="5080">
            <a:solidFill>
              <a:srgbClr val="FFFFFF"/>
            </a:solidFill>
            <a:prstDash val="solid"/>
          </a:ln>
        </p:spPr>
      </p:sp>
      <p:sp>
        <p:nvSpPr>
          <p:cNvPr id="103" name="mini syn 60 1"/>
          <p:cNvSpPr/>
          <p:nvPr/>
        </p:nvSpPr>
        <p:spPr>
          <a:xfrm>
            <a:off x="4002685" y="4206240"/>
            <a:ext cx="34492" cy="34492"/>
          </a:xfrm>
          <a:prstGeom prst="ellipse">
            <a:avLst/>
          </a:prstGeom>
          <a:solidFill>
            <a:schemeClr val="accent1"/>
          </a:solidFill>
          <a:ln w="5080">
            <a:solidFill>
              <a:srgbClr val="FFFFFF"/>
            </a:solidFill>
            <a:prstDash val="solid"/>
          </a:ln>
        </p:spPr>
      </p:sp>
      <p:sp>
        <p:nvSpPr>
          <p:cNvPr id="104" name="mini syn 60 2"/>
          <p:cNvSpPr/>
          <p:nvPr/>
        </p:nvSpPr>
        <p:spPr>
          <a:xfrm>
            <a:off x="4067836" y="4206240"/>
            <a:ext cx="34492" cy="34492"/>
          </a:xfrm>
          <a:prstGeom prst="ellipse">
            <a:avLst/>
          </a:prstGeom>
          <a:solidFill>
            <a:schemeClr val="accent1"/>
          </a:solidFill>
          <a:ln w="5080">
            <a:solidFill>
              <a:srgbClr val="FFFFFF"/>
            </a:solidFill>
            <a:prstDash val="solid"/>
          </a:ln>
        </p:spPr>
      </p:sp>
      <p:sp>
        <p:nvSpPr>
          <p:cNvPr id="105" name="mini syn 60 3"/>
          <p:cNvSpPr/>
          <p:nvPr/>
        </p:nvSpPr>
        <p:spPr>
          <a:xfrm>
            <a:off x="4132987" y="4206240"/>
            <a:ext cx="34492" cy="34492"/>
          </a:xfrm>
          <a:prstGeom prst="ellipse">
            <a:avLst/>
          </a:prstGeom>
          <a:solidFill>
            <a:schemeClr val="accent1"/>
          </a:solidFill>
          <a:ln w="5080">
            <a:solidFill>
              <a:srgbClr val="FFFFFF"/>
            </a:solidFill>
            <a:prstDash val="solid"/>
          </a:ln>
        </p:spPr>
      </p:sp>
      <p:sp>
        <p:nvSpPr>
          <p:cNvPr id="106" name="mini syn 60 4"/>
          <p:cNvSpPr/>
          <p:nvPr/>
        </p:nvSpPr>
        <p:spPr>
          <a:xfrm>
            <a:off x="4198138" y="4206240"/>
            <a:ext cx="34492" cy="34492"/>
          </a:xfrm>
          <a:prstGeom prst="ellipse">
            <a:avLst/>
          </a:prstGeom>
          <a:solidFill>
            <a:schemeClr val="accent1"/>
          </a:solidFill>
          <a:ln w="5080">
            <a:solidFill>
              <a:srgbClr val="FFFFFF"/>
            </a:solidFill>
            <a:prstDash val="solid"/>
          </a:ln>
        </p:spPr>
      </p:sp>
      <p:sp>
        <p:nvSpPr>
          <p:cNvPr id="107" name="mini syn 60 5"/>
          <p:cNvSpPr/>
          <p:nvPr/>
        </p:nvSpPr>
        <p:spPr>
          <a:xfrm>
            <a:off x="4263289" y="4206240"/>
            <a:ext cx="34492" cy="34492"/>
          </a:xfrm>
          <a:prstGeom prst="ellipse">
            <a:avLst/>
          </a:prstGeom>
          <a:solidFill>
            <a:schemeClr val="accent1"/>
          </a:solidFill>
          <a:ln w="5080">
            <a:solidFill>
              <a:srgbClr val="FFFFFF"/>
            </a:solidFill>
            <a:prstDash val="solid"/>
          </a:ln>
        </p:spPr>
      </p:sp>
      <p:sp>
        <p:nvSpPr>
          <p:cNvPr id="108" name="mini slab syn 61"/>
          <p:cNvSpPr/>
          <p:nvPr/>
        </p:nvSpPr>
        <p:spPr>
          <a:xfrm>
            <a:off x="3889629" y="4544568"/>
            <a:ext cx="456057" cy="32004"/>
          </a:xfrm>
          <a:prstGeom prst="rect">
            <a:avLst/>
          </a:prstGeom>
          <a:solidFill>
            <a:srgbClr val="52514E"/>
          </a:solidFill>
          <a:ln/>
        </p:spPr>
      </p:sp>
      <p:sp>
        <p:nvSpPr>
          <p:cNvPr id="109" name="mini syn 61 0"/>
          <p:cNvSpPr/>
          <p:nvPr/>
        </p:nvSpPr>
        <p:spPr>
          <a:xfrm>
            <a:off x="3926037" y="4608576"/>
            <a:ext cx="57486" cy="42157"/>
          </a:xfrm>
          <a:prstGeom prst="rect">
            <a:avLst/>
          </a:prstGeom>
          <a:solidFill>
            <a:schemeClr val="accent1"/>
          </a:solidFill>
          <a:ln w="5080">
            <a:solidFill>
              <a:srgbClr val="FFFFFF"/>
            </a:solidFill>
            <a:prstDash val="solid"/>
          </a:ln>
        </p:spPr>
      </p:sp>
      <p:sp>
        <p:nvSpPr>
          <p:cNvPr id="110" name="mini syn 61 1"/>
          <p:cNvSpPr/>
          <p:nvPr/>
        </p:nvSpPr>
        <p:spPr>
          <a:xfrm>
            <a:off x="4002685" y="4617720"/>
            <a:ext cx="34492" cy="34492"/>
          </a:xfrm>
          <a:prstGeom prst="ellipse">
            <a:avLst/>
          </a:prstGeom>
          <a:solidFill>
            <a:schemeClr val="accent1"/>
          </a:solidFill>
          <a:ln w="5080">
            <a:solidFill>
              <a:srgbClr val="FFFFFF"/>
            </a:solidFill>
            <a:prstDash val="solid"/>
          </a:ln>
        </p:spPr>
      </p:sp>
      <p:sp>
        <p:nvSpPr>
          <p:cNvPr id="111" name="mini syn 61 2"/>
          <p:cNvSpPr/>
          <p:nvPr/>
        </p:nvSpPr>
        <p:spPr>
          <a:xfrm>
            <a:off x="4062088" y="4636008"/>
            <a:ext cx="45989" cy="19162"/>
          </a:xfrm>
          <a:prstGeom prst="rect">
            <a:avLst/>
          </a:prstGeom>
          <a:solidFill>
            <a:schemeClr val="accent1"/>
          </a:solidFill>
          <a:ln w="5080">
            <a:solidFill>
              <a:srgbClr val="FFFFFF"/>
            </a:solidFill>
            <a:prstDash val="solid"/>
          </a:ln>
        </p:spPr>
      </p:sp>
      <p:sp>
        <p:nvSpPr>
          <p:cNvPr id="112" name="mini syn 61 3"/>
          <p:cNvSpPr/>
          <p:nvPr/>
        </p:nvSpPr>
        <p:spPr>
          <a:xfrm>
            <a:off x="4132987" y="4617720"/>
            <a:ext cx="34492" cy="34492"/>
          </a:xfrm>
          <a:prstGeom prst="ellipse">
            <a:avLst/>
          </a:prstGeom>
          <a:solidFill>
            <a:schemeClr val="accent1"/>
          </a:solidFill>
          <a:ln w="5080">
            <a:solidFill>
              <a:srgbClr val="FFFFFF"/>
            </a:solidFill>
            <a:prstDash val="solid"/>
          </a:ln>
        </p:spPr>
      </p:sp>
      <p:sp>
        <p:nvSpPr>
          <p:cNvPr id="113" name="mini syn 61 4"/>
          <p:cNvSpPr/>
          <p:nvPr/>
        </p:nvSpPr>
        <p:spPr>
          <a:xfrm>
            <a:off x="4186641" y="4608576"/>
            <a:ext cx="57486" cy="42157"/>
          </a:xfrm>
          <a:prstGeom prst="rect">
            <a:avLst/>
          </a:prstGeom>
          <a:solidFill>
            <a:schemeClr val="accent1"/>
          </a:solidFill>
          <a:ln w="5080">
            <a:solidFill>
              <a:srgbClr val="FFFFFF"/>
            </a:solidFill>
            <a:prstDash val="solid"/>
          </a:ln>
        </p:spPr>
      </p:sp>
      <p:sp>
        <p:nvSpPr>
          <p:cNvPr id="114" name="mini syn 61 5"/>
          <p:cNvSpPr/>
          <p:nvPr/>
        </p:nvSpPr>
        <p:spPr>
          <a:xfrm>
            <a:off x="4263289" y="4617720"/>
            <a:ext cx="34492" cy="34492"/>
          </a:xfrm>
          <a:prstGeom prst="ellipse">
            <a:avLst/>
          </a:prstGeom>
          <a:solidFill>
            <a:schemeClr val="accent1"/>
          </a:solidFill>
          <a:ln w="5080">
            <a:solidFill>
              <a:srgbClr val="FFFFFF"/>
            </a:solidFill>
            <a:prstDash val="solid"/>
          </a:ln>
        </p:spPr>
      </p:sp>
      <p:sp>
        <p:nvSpPr>
          <p:cNvPr id="115" name="mini wall syn 62"/>
          <p:cNvSpPr/>
          <p:nvPr/>
        </p:nvSpPr>
        <p:spPr>
          <a:xfrm>
            <a:off x="3889629" y="4956048"/>
            <a:ext cx="32004" cy="320040"/>
          </a:xfrm>
          <a:prstGeom prst="rect">
            <a:avLst/>
          </a:prstGeom>
          <a:solidFill>
            <a:srgbClr val="52514E"/>
          </a:solidFill>
          <a:ln/>
        </p:spPr>
      </p:sp>
      <p:sp>
        <p:nvSpPr>
          <p:cNvPr id="116" name="mini syn 62 0"/>
          <p:cNvSpPr/>
          <p:nvPr/>
        </p:nvSpPr>
        <p:spPr>
          <a:xfrm>
            <a:off x="3971925" y="4985942"/>
            <a:ext cx="31652" cy="31652"/>
          </a:xfrm>
          <a:prstGeom prst="ellipse">
            <a:avLst/>
          </a:prstGeom>
          <a:solidFill>
            <a:schemeClr val="accent1"/>
          </a:solidFill>
          <a:ln w="5080">
            <a:solidFill>
              <a:srgbClr val="FFFFFF"/>
            </a:solidFill>
            <a:prstDash val="solid"/>
          </a:ln>
        </p:spPr>
      </p:sp>
      <p:sp>
        <p:nvSpPr>
          <p:cNvPr id="117" name="mini syn 62 1"/>
          <p:cNvSpPr/>
          <p:nvPr/>
        </p:nvSpPr>
        <p:spPr>
          <a:xfrm>
            <a:off x="3962781" y="5038696"/>
            <a:ext cx="42203" cy="17585"/>
          </a:xfrm>
          <a:prstGeom prst="rect">
            <a:avLst/>
          </a:prstGeom>
          <a:solidFill>
            <a:schemeClr val="accent1"/>
          </a:solidFill>
          <a:ln w="5080">
            <a:solidFill>
              <a:srgbClr val="FFFFFF"/>
            </a:solidFill>
            <a:prstDash val="solid"/>
          </a:ln>
        </p:spPr>
      </p:sp>
      <p:sp>
        <p:nvSpPr>
          <p:cNvPr id="118" name="mini syn 62 2"/>
          <p:cNvSpPr/>
          <p:nvPr/>
        </p:nvSpPr>
        <p:spPr>
          <a:xfrm>
            <a:off x="3971925" y="5077382"/>
            <a:ext cx="31652" cy="31652"/>
          </a:xfrm>
          <a:prstGeom prst="ellipse">
            <a:avLst/>
          </a:prstGeom>
          <a:solidFill>
            <a:schemeClr val="accent1"/>
          </a:solidFill>
          <a:ln w="5080">
            <a:solidFill>
              <a:srgbClr val="FFFFFF"/>
            </a:solidFill>
            <a:prstDash val="solid"/>
          </a:ln>
        </p:spPr>
      </p:sp>
      <p:sp>
        <p:nvSpPr>
          <p:cNvPr id="119" name="mini syn 62 3"/>
          <p:cNvSpPr/>
          <p:nvPr/>
        </p:nvSpPr>
        <p:spPr>
          <a:xfrm>
            <a:off x="3971925" y="5123102"/>
            <a:ext cx="31652" cy="31652"/>
          </a:xfrm>
          <a:prstGeom prst="ellipse">
            <a:avLst/>
          </a:prstGeom>
          <a:solidFill>
            <a:schemeClr val="accent1"/>
          </a:solidFill>
          <a:ln w="5080">
            <a:solidFill>
              <a:srgbClr val="FFFFFF"/>
            </a:solidFill>
            <a:prstDash val="solid"/>
          </a:ln>
        </p:spPr>
      </p:sp>
      <p:sp>
        <p:nvSpPr>
          <p:cNvPr id="120" name="mini syn 62 4"/>
          <p:cNvSpPr/>
          <p:nvPr/>
        </p:nvSpPr>
        <p:spPr>
          <a:xfrm>
            <a:off x="3962781" y="5175856"/>
            <a:ext cx="42203" cy="17585"/>
          </a:xfrm>
          <a:prstGeom prst="rect">
            <a:avLst/>
          </a:prstGeom>
          <a:solidFill>
            <a:schemeClr val="accent1"/>
          </a:solidFill>
          <a:ln w="5080">
            <a:solidFill>
              <a:srgbClr val="FFFFFF"/>
            </a:solidFill>
            <a:prstDash val="solid"/>
          </a:ln>
        </p:spPr>
      </p:sp>
      <p:sp>
        <p:nvSpPr>
          <p:cNvPr id="121" name="mini syn 62 5"/>
          <p:cNvSpPr/>
          <p:nvPr/>
        </p:nvSpPr>
        <p:spPr>
          <a:xfrm>
            <a:off x="3971925" y="5214542"/>
            <a:ext cx="31652" cy="31652"/>
          </a:xfrm>
          <a:prstGeom prst="ellipse">
            <a:avLst/>
          </a:prstGeom>
          <a:solidFill>
            <a:schemeClr val="accent1"/>
          </a:solidFill>
          <a:ln w="5080">
            <a:solidFill>
              <a:srgbClr val="FFFFFF"/>
            </a:solidFill>
            <a:prstDash val="solid"/>
          </a:ln>
        </p:spPr>
      </p:sp>
      <p:sp>
        <p:nvSpPr>
          <p:cNvPr id="122" name="mini slab syn 70"/>
          <p:cNvSpPr/>
          <p:nvPr/>
        </p:nvSpPr>
        <p:spPr>
          <a:xfrm>
            <a:off x="4455414" y="4133088"/>
            <a:ext cx="456057" cy="32004"/>
          </a:xfrm>
          <a:prstGeom prst="rect">
            <a:avLst/>
          </a:prstGeom>
          <a:solidFill>
            <a:srgbClr val="52514E"/>
          </a:solidFill>
          <a:ln/>
        </p:spPr>
      </p:sp>
      <p:sp>
        <p:nvSpPr>
          <p:cNvPr id="123" name="mini syn 70 0"/>
          <p:cNvSpPr/>
          <p:nvPr/>
        </p:nvSpPr>
        <p:spPr>
          <a:xfrm>
            <a:off x="4497331" y="4206240"/>
            <a:ext cx="30180" cy="30180"/>
          </a:xfrm>
          <a:prstGeom prst="ellipse">
            <a:avLst/>
          </a:prstGeom>
          <a:solidFill>
            <a:schemeClr val="accent1"/>
          </a:solidFill>
          <a:ln w="5080">
            <a:solidFill>
              <a:srgbClr val="FFFFFF"/>
            </a:solidFill>
            <a:prstDash val="solid"/>
          </a:ln>
        </p:spPr>
      </p:sp>
      <p:sp>
        <p:nvSpPr>
          <p:cNvPr id="124" name="mini syn 70 1"/>
          <p:cNvSpPr/>
          <p:nvPr/>
        </p:nvSpPr>
        <p:spPr>
          <a:xfrm>
            <a:off x="4554338" y="4206240"/>
            <a:ext cx="30180" cy="30180"/>
          </a:xfrm>
          <a:prstGeom prst="ellipse">
            <a:avLst/>
          </a:prstGeom>
          <a:solidFill>
            <a:schemeClr val="accent1"/>
          </a:solidFill>
          <a:ln w="5080">
            <a:solidFill>
              <a:srgbClr val="FFFFFF"/>
            </a:solidFill>
            <a:prstDash val="solid"/>
          </a:ln>
        </p:spPr>
      </p:sp>
      <p:sp>
        <p:nvSpPr>
          <p:cNvPr id="125" name="mini syn 70 2"/>
          <p:cNvSpPr/>
          <p:nvPr/>
        </p:nvSpPr>
        <p:spPr>
          <a:xfrm>
            <a:off x="4611345" y="4206240"/>
            <a:ext cx="30180" cy="30180"/>
          </a:xfrm>
          <a:prstGeom prst="ellipse">
            <a:avLst/>
          </a:prstGeom>
          <a:solidFill>
            <a:schemeClr val="accent1"/>
          </a:solidFill>
          <a:ln w="5080">
            <a:solidFill>
              <a:srgbClr val="FFFFFF"/>
            </a:solidFill>
            <a:prstDash val="solid"/>
          </a:ln>
        </p:spPr>
      </p:sp>
      <p:sp>
        <p:nvSpPr>
          <p:cNvPr id="126" name="mini syn 70 3"/>
          <p:cNvSpPr/>
          <p:nvPr/>
        </p:nvSpPr>
        <p:spPr>
          <a:xfrm>
            <a:off x="4668352" y="4206240"/>
            <a:ext cx="30180" cy="30180"/>
          </a:xfrm>
          <a:prstGeom prst="ellipse">
            <a:avLst/>
          </a:prstGeom>
          <a:solidFill>
            <a:schemeClr val="accent1"/>
          </a:solidFill>
          <a:ln w="5080">
            <a:solidFill>
              <a:srgbClr val="FFFFFF"/>
            </a:solidFill>
            <a:prstDash val="solid"/>
          </a:ln>
        </p:spPr>
      </p:sp>
      <p:sp>
        <p:nvSpPr>
          <p:cNvPr id="127" name="mini syn 70 4"/>
          <p:cNvSpPr/>
          <p:nvPr/>
        </p:nvSpPr>
        <p:spPr>
          <a:xfrm>
            <a:off x="4725360" y="4206240"/>
            <a:ext cx="30180" cy="30180"/>
          </a:xfrm>
          <a:prstGeom prst="ellipse">
            <a:avLst/>
          </a:prstGeom>
          <a:solidFill>
            <a:schemeClr val="accent1"/>
          </a:solidFill>
          <a:ln w="5080">
            <a:solidFill>
              <a:srgbClr val="FFFFFF"/>
            </a:solidFill>
            <a:prstDash val="solid"/>
          </a:ln>
        </p:spPr>
      </p:sp>
      <p:sp>
        <p:nvSpPr>
          <p:cNvPr id="128" name="mini syn 70 5"/>
          <p:cNvSpPr/>
          <p:nvPr/>
        </p:nvSpPr>
        <p:spPr>
          <a:xfrm>
            <a:off x="4782367" y="4206240"/>
            <a:ext cx="30180" cy="30180"/>
          </a:xfrm>
          <a:prstGeom prst="ellipse">
            <a:avLst/>
          </a:prstGeom>
          <a:solidFill>
            <a:schemeClr val="accent1"/>
          </a:solidFill>
          <a:ln w="5080">
            <a:solidFill>
              <a:srgbClr val="FFFFFF"/>
            </a:solidFill>
            <a:prstDash val="solid"/>
          </a:ln>
        </p:spPr>
      </p:sp>
      <p:sp>
        <p:nvSpPr>
          <p:cNvPr id="129" name="mini syn 70 6"/>
          <p:cNvSpPr/>
          <p:nvPr/>
        </p:nvSpPr>
        <p:spPr>
          <a:xfrm>
            <a:off x="4839374" y="4206240"/>
            <a:ext cx="30180" cy="30180"/>
          </a:xfrm>
          <a:prstGeom prst="ellipse">
            <a:avLst/>
          </a:prstGeom>
          <a:solidFill>
            <a:schemeClr val="accent1"/>
          </a:solidFill>
          <a:ln w="5080">
            <a:solidFill>
              <a:srgbClr val="FFFFFF"/>
            </a:solidFill>
            <a:prstDash val="solid"/>
          </a:ln>
        </p:spPr>
      </p:sp>
      <p:sp>
        <p:nvSpPr>
          <p:cNvPr id="130" name="mini slab syn 71"/>
          <p:cNvSpPr/>
          <p:nvPr/>
        </p:nvSpPr>
        <p:spPr>
          <a:xfrm>
            <a:off x="4455414" y="4544568"/>
            <a:ext cx="456057" cy="32004"/>
          </a:xfrm>
          <a:prstGeom prst="rect">
            <a:avLst/>
          </a:prstGeom>
          <a:solidFill>
            <a:srgbClr val="52514E"/>
          </a:solidFill>
          <a:ln/>
        </p:spPr>
      </p:sp>
      <p:sp>
        <p:nvSpPr>
          <p:cNvPr id="131" name="mini syn 71 0"/>
          <p:cNvSpPr/>
          <p:nvPr/>
        </p:nvSpPr>
        <p:spPr>
          <a:xfrm>
            <a:off x="4487271" y="4608576"/>
            <a:ext cx="50300" cy="36887"/>
          </a:xfrm>
          <a:prstGeom prst="rect">
            <a:avLst/>
          </a:prstGeom>
          <a:solidFill>
            <a:schemeClr val="accent1"/>
          </a:solidFill>
          <a:ln w="5080">
            <a:solidFill>
              <a:srgbClr val="FFFFFF"/>
            </a:solidFill>
            <a:prstDash val="solid"/>
          </a:ln>
        </p:spPr>
      </p:sp>
      <p:sp>
        <p:nvSpPr>
          <p:cNvPr id="132" name="mini syn 71 1"/>
          <p:cNvSpPr/>
          <p:nvPr/>
        </p:nvSpPr>
        <p:spPr>
          <a:xfrm>
            <a:off x="4554338" y="4617720"/>
            <a:ext cx="30180" cy="30180"/>
          </a:xfrm>
          <a:prstGeom prst="ellipse">
            <a:avLst/>
          </a:prstGeom>
          <a:solidFill>
            <a:schemeClr val="accent1"/>
          </a:solidFill>
          <a:ln w="5080">
            <a:solidFill>
              <a:srgbClr val="FFFFFF"/>
            </a:solidFill>
            <a:prstDash val="solid"/>
          </a:ln>
        </p:spPr>
      </p:sp>
      <p:sp>
        <p:nvSpPr>
          <p:cNvPr id="133" name="mini syn 71 2"/>
          <p:cNvSpPr/>
          <p:nvPr/>
        </p:nvSpPr>
        <p:spPr>
          <a:xfrm>
            <a:off x="4606315" y="4636008"/>
            <a:ext cx="40240" cy="16767"/>
          </a:xfrm>
          <a:prstGeom prst="rect">
            <a:avLst/>
          </a:prstGeom>
          <a:solidFill>
            <a:schemeClr val="accent1"/>
          </a:solidFill>
          <a:ln w="5080">
            <a:solidFill>
              <a:srgbClr val="FFFFFF"/>
            </a:solidFill>
            <a:prstDash val="solid"/>
          </a:ln>
        </p:spPr>
      </p:sp>
      <p:sp>
        <p:nvSpPr>
          <p:cNvPr id="134" name="mini syn 71 3"/>
          <p:cNvSpPr/>
          <p:nvPr/>
        </p:nvSpPr>
        <p:spPr>
          <a:xfrm>
            <a:off x="4668352" y="4617720"/>
            <a:ext cx="30180" cy="30180"/>
          </a:xfrm>
          <a:prstGeom prst="ellipse">
            <a:avLst/>
          </a:prstGeom>
          <a:solidFill>
            <a:schemeClr val="accent1"/>
          </a:solidFill>
          <a:ln w="5080">
            <a:solidFill>
              <a:srgbClr val="FFFFFF"/>
            </a:solidFill>
            <a:prstDash val="solid"/>
          </a:ln>
        </p:spPr>
      </p:sp>
      <p:sp>
        <p:nvSpPr>
          <p:cNvPr id="135" name="mini syn 71 4"/>
          <p:cNvSpPr/>
          <p:nvPr/>
        </p:nvSpPr>
        <p:spPr>
          <a:xfrm>
            <a:off x="4715299" y="4608576"/>
            <a:ext cx="50300" cy="36887"/>
          </a:xfrm>
          <a:prstGeom prst="rect">
            <a:avLst/>
          </a:prstGeom>
          <a:solidFill>
            <a:schemeClr val="accent1"/>
          </a:solidFill>
          <a:ln w="5080">
            <a:solidFill>
              <a:srgbClr val="FFFFFF"/>
            </a:solidFill>
            <a:prstDash val="solid"/>
          </a:ln>
        </p:spPr>
      </p:sp>
      <p:sp>
        <p:nvSpPr>
          <p:cNvPr id="136" name="mini syn 71 5"/>
          <p:cNvSpPr/>
          <p:nvPr/>
        </p:nvSpPr>
        <p:spPr>
          <a:xfrm>
            <a:off x="4782367" y="4617720"/>
            <a:ext cx="30180" cy="30180"/>
          </a:xfrm>
          <a:prstGeom prst="ellipse">
            <a:avLst/>
          </a:prstGeom>
          <a:solidFill>
            <a:schemeClr val="accent1"/>
          </a:solidFill>
          <a:ln w="5080">
            <a:solidFill>
              <a:srgbClr val="FFFFFF"/>
            </a:solidFill>
            <a:prstDash val="solid"/>
          </a:ln>
        </p:spPr>
      </p:sp>
      <p:sp>
        <p:nvSpPr>
          <p:cNvPr id="137" name="mini syn 71 6"/>
          <p:cNvSpPr/>
          <p:nvPr/>
        </p:nvSpPr>
        <p:spPr>
          <a:xfrm>
            <a:off x="4834344" y="4636008"/>
            <a:ext cx="40240" cy="16767"/>
          </a:xfrm>
          <a:prstGeom prst="rect">
            <a:avLst/>
          </a:prstGeom>
          <a:solidFill>
            <a:schemeClr val="accent1"/>
          </a:solidFill>
          <a:ln w="5080">
            <a:solidFill>
              <a:srgbClr val="FFFFFF"/>
            </a:solidFill>
            <a:prstDash val="solid"/>
          </a:ln>
        </p:spPr>
      </p:sp>
      <p:sp>
        <p:nvSpPr>
          <p:cNvPr id="138" name="mini wall syn 72"/>
          <p:cNvSpPr/>
          <p:nvPr/>
        </p:nvSpPr>
        <p:spPr>
          <a:xfrm>
            <a:off x="4455414" y="4956048"/>
            <a:ext cx="32004" cy="320040"/>
          </a:xfrm>
          <a:prstGeom prst="rect">
            <a:avLst/>
          </a:prstGeom>
          <a:solidFill>
            <a:srgbClr val="52514E"/>
          </a:solidFill>
          <a:ln/>
        </p:spPr>
      </p:sp>
      <p:sp>
        <p:nvSpPr>
          <p:cNvPr id="139" name="mini syn 72 0"/>
          <p:cNvSpPr/>
          <p:nvPr/>
        </p:nvSpPr>
        <p:spPr>
          <a:xfrm>
            <a:off x="4537710" y="4982205"/>
            <a:ext cx="27696" cy="27696"/>
          </a:xfrm>
          <a:prstGeom prst="ellipse">
            <a:avLst/>
          </a:prstGeom>
          <a:solidFill>
            <a:schemeClr val="accent1"/>
          </a:solidFill>
          <a:ln w="5080">
            <a:solidFill>
              <a:srgbClr val="FFFFFF"/>
            </a:solidFill>
            <a:prstDash val="solid"/>
          </a:ln>
        </p:spPr>
      </p:sp>
      <p:sp>
        <p:nvSpPr>
          <p:cNvPr id="140" name="mini syn 72 1"/>
          <p:cNvSpPr/>
          <p:nvPr/>
        </p:nvSpPr>
        <p:spPr>
          <a:xfrm>
            <a:off x="4528566" y="5028365"/>
            <a:ext cx="36928" cy="15387"/>
          </a:xfrm>
          <a:prstGeom prst="rect">
            <a:avLst/>
          </a:prstGeom>
          <a:solidFill>
            <a:schemeClr val="accent1"/>
          </a:solidFill>
          <a:ln w="5080">
            <a:solidFill>
              <a:srgbClr val="FFFFFF"/>
            </a:solidFill>
            <a:prstDash val="solid"/>
          </a:ln>
        </p:spPr>
      </p:sp>
      <p:sp>
        <p:nvSpPr>
          <p:cNvPr id="141" name="mini syn 72 2"/>
          <p:cNvSpPr/>
          <p:nvPr/>
        </p:nvSpPr>
        <p:spPr>
          <a:xfrm>
            <a:off x="4537710" y="5062215"/>
            <a:ext cx="27696" cy="27696"/>
          </a:xfrm>
          <a:prstGeom prst="ellipse">
            <a:avLst/>
          </a:prstGeom>
          <a:solidFill>
            <a:schemeClr val="accent1"/>
          </a:solidFill>
          <a:ln w="5080">
            <a:solidFill>
              <a:srgbClr val="FFFFFF"/>
            </a:solidFill>
            <a:prstDash val="solid"/>
          </a:ln>
        </p:spPr>
      </p:sp>
      <p:sp>
        <p:nvSpPr>
          <p:cNvPr id="142" name="mini syn 72 3"/>
          <p:cNvSpPr/>
          <p:nvPr/>
        </p:nvSpPr>
        <p:spPr>
          <a:xfrm>
            <a:off x="4537710" y="5102220"/>
            <a:ext cx="27696" cy="27696"/>
          </a:xfrm>
          <a:prstGeom prst="ellipse">
            <a:avLst/>
          </a:prstGeom>
          <a:solidFill>
            <a:schemeClr val="accent1"/>
          </a:solidFill>
          <a:ln w="5080">
            <a:solidFill>
              <a:srgbClr val="FFFFFF"/>
            </a:solidFill>
            <a:prstDash val="solid"/>
          </a:ln>
        </p:spPr>
      </p:sp>
      <p:sp>
        <p:nvSpPr>
          <p:cNvPr id="143" name="mini syn 72 4"/>
          <p:cNvSpPr/>
          <p:nvPr/>
        </p:nvSpPr>
        <p:spPr>
          <a:xfrm>
            <a:off x="4528566" y="5148380"/>
            <a:ext cx="36928" cy="15387"/>
          </a:xfrm>
          <a:prstGeom prst="rect">
            <a:avLst/>
          </a:prstGeom>
          <a:solidFill>
            <a:schemeClr val="accent1"/>
          </a:solidFill>
          <a:ln w="5080">
            <a:solidFill>
              <a:srgbClr val="FFFFFF"/>
            </a:solidFill>
            <a:prstDash val="solid"/>
          </a:ln>
        </p:spPr>
      </p:sp>
      <p:sp>
        <p:nvSpPr>
          <p:cNvPr id="144" name="mini syn 72 5"/>
          <p:cNvSpPr/>
          <p:nvPr/>
        </p:nvSpPr>
        <p:spPr>
          <a:xfrm>
            <a:off x="4537710" y="5182230"/>
            <a:ext cx="27696" cy="27696"/>
          </a:xfrm>
          <a:prstGeom prst="ellipse">
            <a:avLst/>
          </a:prstGeom>
          <a:solidFill>
            <a:schemeClr val="accent1"/>
          </a:solidFill>
          <a:ln w="5080">
            <a:solidFill>
              <a:srgbClr val="FFFFFF"/>
            </a:solidFill>
            <a:prstDash val="solid"/>
          </a:ln>
        </p:spPr>
      </p:sp>
      <p:sp>
        <p:nvSpPr>
          <p:cNvPr id="145" name="mini syn 72 6"/>
          <p:cNvSpPr/>
          <p:nvPr/>
        </p:nvSpPr>
        <p:spPr>
          <a:xfrm>
            <a:off x="4537710" y="5222235"/>
            <a:ext cx="27696" cy="27696"/>
          </a:xfrm>
          <a:prstGeom prst="ellipse">
            <a:avLst/>
          </a:prstGeom>
          <a:solidFill>
            <a:schemeClr val="accent1"/>
          </a:solidFill>
          <a:ln w="5080">
            <a:solidFill>
              <a:srgbClr val="FFFFFF"/>
            </a:solidFill>
            <a:prstDash val="solid"/>
          </a:ln>
        </p:spPr>
      </p:sp>
      <p:sp>
        <p:nvSpPr>
          <p:cNvPr id="146" name="mini slab syn 80"/>
          <p:cNvSpPr/>
          <p:nvPr/>
        </p:nvSpPr>
        <p:spPr>
          <a:xfrm>
            <a:off x="5021199" y="4133088"/>
            <a:ext cx="456057" cy="32004"/>
          </a:xfrm>
          <a:prstGeom prst="rect">
            <a:avLst/>
          </a:prstGeom>
          <a:solidFill>
            <a:srgbClr val="52514E"/>
          </a:solidFill>
          <a:ln/>
        </p:spPr>
      </p:sp>
      <p:sp>
        <p:nvSpPr>
          <p:cNvPr id="147" name="mini syn 80 0"/>
          <p:cNvSpPr/>
          <p:nvPr/>
        </p:nvSpPr>
        <p:spPr>
          <a:xfrm>
            <a:off x="5058459" y="4206240"/>
            <a:ext cx="26827" cy="26827"/>
          </a:xfrm>
          <a:prstGeom prst="ellipse">
            <a:avLst/>
          </a:prstGeom>
          <a:solidFill>
            <a:schemeClr val="accent1"/>
          </a:solidFill>
          <a:ln w="5080">
            <a:solidFill>
              <a:srgbClr val="FFFFFF"/>
            </a:solidFill>
            <a:prstDash val="solid"/>
          </a:ln>
        </p:spPr>
      </p:sp>
      <p:sp>
        <p:nvSpPr>
          <p:cNvPr id="148" name="mini syn 80 1"/>
          <p:cNvSpPr/>
          <p:nvPr/>
        </p:nvSpPr>
        <p:spPr>
          <a:xfrm>
            <a:off x="5109132" y="4206240"/>
            <a:ext cx="26827" cy="26827"/>
          </a:xfrm>
          <a:prstGeom prst="ellipse">
            <a:avLst/>
          </a:prstGeom>
          <a:solidFill>
            <a:schemeClr val="accent1"/>
          </a:solidFill>
          <a:ln w="5080">
            <a:solidFill>
              <a:srgbClr val="FFFFFF"/>
            </a:solidFill>
            <a:prstDash val="solid"/>
          </a:ln>
        </p:spPr>
      </p:sp>
      <p:sp>
        <p:nvSpPr>
          <p:cNvPr id="149" name="mini syn 80 2"/>
          <p:cNvSpPr/>
          <p:nvPr/>
        </p:nvSpPr>
        <p:spPr>
          <a:xfrm>
            <a:off x="5159805" y="4206240"/>
            <a:ext cx="26827" cy="26827"/>
          </a:xfrm>
          <a:prstGeom prst="ellipse">
            <a:avLst/>
          </a:prstGeom>
          <a:solidFill>
            <a:schemeClr val="accent1"/>
          </a:solidFill>
          <a:ln w="5080">
            <a:solidFill>
              <a:srgbClr val="FFFFFF"/>
            </a:solidFill>
            <a:prstDash val="solid"/>
          </a:ln>
        </p:spPr>
      </p:sp>
      <p:sp>
        <p:nvSpPr>
          <p:cNvPr id="150" name="mini syn 80 3"/>
          <p:cNvSpPr/>
          <p:nvPr/>
        </p:nvSpPr>
        <p:spPr>
          <a:xfrm>
            <a:off x="5210478" y="4206240"/>
            <a:ext cx="26827" cy="26827"/>
          </a:xfrm>
          <a:prstGeom prst="ellipse">
            <a:avLst/>
          </a:prstGeom>
          <a:solidFill>
            <a:schemeClr val="accent1"/>
          </a:solidFill>
          <a:ln w="5080">
            <a:solidFill>
              <a:srgbClr val="FFFFFF"/>
            </a:solidFill>
            <a:prstDash val="solid"/>
          </a:ln>
        </p:spPr>
      </p:sp>
      <p:sp>
        <p:nvSpPr>
          <p:cNvPr id="151" name="mini syn 80 4"/>
          <p:cNvSpPr/>
          <p:nvPr/>
        </p:nvSpPr>
        <p:spPr>
          <a:xfrm>
            <a:off x="5261151" y="4206240"/>
            <a:ext cx="26827" cy="26827"/>
          </a:xfrm>
          <a:prstGeom prst="ellipse">
            <a:avLst/>
          </a:prstGeom>
          <a:solidFill>
            <a:schemeClr val="accent1"/>
          </a:solidFill>
          <a:ln w="5080">
            <a:solidFill>
              <a:srgbClr val="FFFFFF"/>
            </a:solidFill>
            <a:prstDash val="solid"/>
          </a:ln>
        </p:spPr>
      </p:sp>
      <p:sp>
        <p:nvSpPr>
          <p:cNvPr id="152" name="mini syn 80 5"/>
          <p:cNvSpPr/>
          <p:nvPr/>
        </p:nvSpPr>
        <p:spPr>
          <a:xfrm>
            <a:off x="5311824" y="4206240"/>
            <a:ext cx="26827" cy="26827"/>
          </a:xfrm>
          <a:prstGeom prst="ellipse">
            <a:avLst/>
          </a:prstGeom>
          <a:solidFill>
            <a:schemeClr val="accent1"/>
          </a:solidFill>
          <a:ln w="5080">
            <a:solidFill>
              <a:srgbClr val="FFFFFF"/>
            </a:solidFill>
            <a:prstDash val="solid"/>
          </a:ln>
        </p:spPr>
      </p:sp>
      <p:sp>
        <p:nvSpPr>
          <p:cNvPr id="153" name="mini syn 80 6"/>
          <p:cNvSpPr/>
          <p:nvPr/>
        </p:nvSpPr>
        <p:spPr>
          <a:xfrm>
            <a:off x="5362497" y="4206240"/>
            <a:ext cx="26827" cy="26827"/>
          </a:xfrm>
          <a:prstGeom prst="ellipse">
            <a:avLst/>
          </a:prstGeom>
          <a:solidFill>
            <a:schemeClr val="accent1"/>
          </a:solidFill>
          <a:ln w="5080">
            <a:solidFill>
              <a:srgbClr val="FFFFFF"/>
            </a:solidFill>
            <a:prstDash val="solid"/>
          </a:ln>
        </p:spPr>
      </p:sp>
      <p:sp>
        <p:nvSpPr>
          <p:cNvPr id="154" name="mini syn 80 7"/>
          <p:cNvSpPr/>
          <p:nvPr/>
        </p:nvSpPr>
        <p:spPr>
          <a:xfrm>
            <a:off x="5413170" y="4206240"/>
            <a:ext cx="26827" cy="26827"/>
          </a:xfrm>
          <a:prstGeom prst="ellipse">
            <a:avLst/>
          </a:prstGeom>
          <a:solidFill>
            <a:schemeClr val="accent1"/>
          </a:solidFill>
          <a:ln w="5080">
            <a:solidFill>
              <a:srgbClr val="FFFFFF"/>
            </a:solidFill>
            <a:prstDash val="solid"/>
          </a:ln>
        </p:spPr>
      </p:sp>
      <p:sp>
        <p:nvSpPr>
          <p:cNvPr id="155" name="mini slab syn 81"/>
          <p:cNvSpPr/>
          <p:nvPr/>
        </p:nvSpPr>
        <p:spPr>
          <a:xfrm>
            <a:off x="5021199" y="4544568"/>
            <a:ext cx="456057" cy="32004"/>
          </a:xfrm>
          <a:prstGeom prst="rect">
            <a:avLst/>
          </a:prstGeom>
          <a:solidFill>
            <a:srgbClr val="52514E"/>
          </a:solidFill>
          <a:ln/>
        </p:spPr>
      </p:sp>
      <p:sp>
        <p:nvSpPr>
          <p:cNvPr id="156" name="mini syn 81 0"/>
          <p:cNvSpPr/>
          <p:nvPr/>
        </p:nvSpPr>
        <p:spPr>
          <a:xfrm>
            <a:off x="5049516" y="4608576"/>
            <a:ext cx="44711" cy="32788"/>
          </a:xfrm>
          <a:prstGeom prst="rect">
            <a:avLst/>
          </a:prstGeom>
          <a:solidFill>
            <a:schemeClr val="accent1"/>
          </a:solidFill>
          <a:ln w="5080">
            <a:solidFill>
              <a:srgbClr val="FFFFFF"/>
            </a:solidFill>
            <a:prstDash val="solid"/>
          </a:ln>
        </p:spPr>
      </p:sp>
      <p:sp>
        <p:nvSpPr>
          <p:cNvPr id="157" name="mini syn 81 1"/>
          <p:cNvSpPr/>
          <p:nvPr/>
        </p:nvSpPr>
        <p:spPr>
          <a:xfrm>
            <a:off x="5109132" y="4617720"/>
            <a:ext cx="26827" cy="26827"/>
          </a:xfrm>
          <a:prstGeom prst="ellipse">
            <a:avLst/>
          </a:prstGeom>
          <a:solidFill>
            <a:schemeClr val="accent1"/>
          </a:solidFill>
          <a:ln w="5080">
            <a:solidFill>
              <a:srgbClr val="FFFFFF"/>
            </a:solidFill>
            <a:prstDash val="solid"/>
          </a:ln>
        </p:spPr>
      </p:sp>
      <p:sp>
        <p:nvSpPr>
          <p:cNvPr id="158" name="mini syn 81 2"/>
          <p:cNvSpPr/>
          <p:nvPr/>
        </p:nvSpPr>
        <p:spPr>
          <a:xfrm>
            <a:off x="5155333" y="4636008"/>
            <a:ext cx="35769" cy="14904"/>
          </a:xfrm>
          <a:prstGeom prst="rect">
            <a:avLst/>
          </a:prstGeom>
          <a:solidFill>
            <a:schemeClr val="accent1"/>
          </a:solidFill>
          <a:ln w="5080">
            <a:solidFill>
              <a:srgbClr val="FFFFFF"/>
            </a:solidFill>
            <a:prstDash val="solid"/>
          </a:ln>
        </p:spPr>
      </p:sp>
      <p:sp>
        <p:nvSpPr>
          <p:cNvPr id="159" name="mini syn 81 3"/>
          <p:cNvSpPr/>
          <p:nvPr/>
        </p:nvSpPr>
        <p:spPr>
          <a:xfrm>
            <a:off x="5210478" y="4617720"/>
            <a:ext cx="26827" cy="26827"/>
          </a:xfrm>
          <a:prstGeom prst="ellipse">
            <a:avLst/>
          </a:prstGeom>
          <a:solidFill>
            <a:schemeClr val="accent1"/>
          </a:solidFill>
          <a:ln w="5080">
            <a:solidFill>
              <a:srgbClr val="FFFFFF"/>
            </a:solidFill>
            <a:prstDash val="solid"/>
          </a:ln>
        </p:spPr>
      </p:sp>
      <p:sp>
        <p:nvSpPr>
          <p:cNvPr id="160" name="mini syn 81 4"/>
          <p:cNvSpPr/>
          <p:nvPr/>
        </p:nvSpPr>
        <p:spPr>
          <a:xfrm>
            <a:off x="5252208" y="4608576"/>
            <a:ext cx="44711" cy="32788"/>
          </a:xfrm>
          <a:prstGeom prst="rect">
            <a:avLst/>
          </a:prstGeom>
          <a:solidFill>
            <a:schemeClr val="accent1"/>
          </a:solidFill>
          <a:ln w="5080">
            <a:solidFill>
              <a:srgbClr val="FFFFFF"/>
            </a:solidFill>
            <a:prstDash val="solid"/>
          </a:ln>
        </p:spPr>
      </p:sp>
      <p:sp>
        <p:nvSpPr>
          <p:cNvPr id="161" name="mini syn 81 5"/>
          <p:cNvSpPr/>
          <p:nvPr/>
        </p:nvSpPr>
        <p:spPr>
          <a:xfrm>
            <a:off x="5311824" y="4617720"/>
            <a:ext cx="26827" cy="26827"/>
          </a:xfrm>
          <a:prstGeom prst="ellipse">
            <a:avLst/>
          </a:prstGeom>
          <a:solidFill>
            <a:schemeClr val="accent1"/>
          </a:solidFill>
          <a:ln w="5080">
            <a:solidFill>
              <a:srgbClr val="FFFFFF"/>
            </a:solidFill>
            <a:prstDash val="solid"/>
          </a:ln>
        </p:spPr>
      </p:sp>
      <p:sp>
        <p:nvSpPr>
          <p:cNvPr id="162" name="mini syn 81 6"/>
          <p:cNvSpPr/>
          <p:nvPr/>
        </p:nvSpPr>
        <p:spPr>
          <a:xfrm>
            <a:off x="5358025" y="4636008"/>
            <a:ext cx="35769" cy="14904"/>
          </a:xfrm>
          <a:prstGeom prst="rect">
            <a:avLst/>
          </a:prstGeom>
          <a:solidFill>
            <a:schemeClr val="accent1"/>
          </a:solidFill>
          <a:ln w="5080">
            <a:solidFill>
              <a:srgbClr val="FFFFFF"/>
            </a:solidFill>
            <a:prstDash val="solid"/>
          </a:ln>
        </p:spPr>
      </p:sp>
      <p:sp>
        <p:nvSpPr>
          <p:cNvPr id="163" name="mini syn 81 7"/>
          <p:cNvSpPr/>
          <p:nvPr/>
        </p:nvSpPr>
        <p:spPr>
          <a:xfrm>
            <a:off x="5413170" y="4617720"/>
            <a:ext cx="26827" cy="26827"/>
          </a:xfrm>
          <a:prstGeom prst="ellipse">
            <a:avLst/>
          </a:prstGeom>
          <a:solidFill>
            <a:schemeClr val="accent1"/>
          </a:solidFill>
          <a:ln w="5080">
            <a:solidFill>
              <a:srgbClr val="FFFFFF"/>
            </a:solidFill>
            <a:prstDash val="solid"/>
          </a:ln>
        </p:spPr>
      </p:sp>
      <p:sp>
        <p:nvSpPr>
          <p:cNvPr id="164" name="mini wall syn 82"/>
          <p:cNvSpPr/>
          <p:nvPr/>
        </p:nvSpPr>
        <p:spPr>
          <a:xfrm>
            <a:off x="5021199" y="4956048"/>
            <a:ext cx="32004" cy="320040"/>
          </a:xfrm>
          <a:prstGeom prst="rect">
            <a:avLst/>
          </a:prstGeom>
          <a:solidFill>
            <a:srgbClr val="52514E"/>
          </a:solidFill>
          <a:ln/>
        </p:spPr>
      </p:sp>
      <p:sp>
        <p:nvSpPr>
          <p:cNvPr id="165" name="mini syn 82 0"/>
          <p:cNvSpPr/>
          <p:nvPr/>
        </p:nvSpPr>
        <p:spPr>
          <a:xfrm>
            <a:off x="5103495" y="4979299"/>
            <a:ext cx="24618" cy="24618"/>
          </a:xfrm>
          <a:prstGeom prst="ellipse">
            <a:avLst/>
          </a:prstGeom>
          <a:solidFill>
            <a:schemeClr val="accent1"/>
          </a:solidFill>
          <a:ln w="5080">
            <a:solidFill>
              <a:srgbClr val="FFFFFF"/>
            </a:solidFill>
            <a:prstDash val="solid"/>
          </a:ln>
        </p:spPr>
      </p:sp>
      <p:sp>
        <p:nvSpPr>
          <p:cNvPr id="166" name="mini syn 82 1"/>
          <p:cNvSpPr/>
          <p:nvPr/>
        </p:nvSpPr>
        <p:spPr>
          <a:xfrm>
            <a:off x="5094351" y="5020330"/>
            <a:ext cx="32825" cy="13677"/>
          </a:xfrm>
          <a:prstGeom prst="rect">
            <a:avLst/>
          </a:prstGeom>
          <a:solidFill>
            <a:schemeClr val="accent1"/>
          </a:solidFill>
          <a:ln w="5080">
            <a:solidFill>
              <a:srgbClr val="FFFFFF"/>
            </a:solidFill>
            <a:prstDash val="solid"/>
          </a:ln>
        </p:spPr>
      </p:sp>
      <p:sp>
        <p:nvSpPr>
          <p:cNvPr id="167" name="mini syn 82 2"/>
          <p:cNvSpPr/>
          <p:nvPr/>
        </p:nvSpPr>
        <p:spPr>
          <a:xfrm>
            <a:off x="5103495" y="5050419"/>
            <a:ext cx="24618" cy="24618"/>
          </a:xfrm>
          <a:prstGeom prst="ellipse">
            <a:avLst/>
          </a:prstGeom>
          <a:solidFill>
            <a:schemeClr val="accent1"/>
          </a:solidFill>
          <a:ln w="5080">
            <a:solidFill>
              <a:srgbClr val="FFFFFF"/>
            </a:solidFill>
            <a:prstDash val="solid"/>
          </a:ln>
        </p:spPr>
      </p:sp>
      <p:sp>
        <p:nvSpPr>
          <p:cNvPr id="168" name="mini syn 82 3"/>
          <p:cNvSpPr/>
          <p:nvPr/>
        </p:nvSpPr>
        <p:spPr>
          <a:xfrm>
            <a:off x="5103495" y="5085979"/>
            <a:ext cx="24618" cy="24618"/>
          </a:xfrm>
          <a:prstGeom prst="ellipse">
            <a:avLst/>
          </a:prstGeom>
          <a:solidFill>
            <a:schemeClr val="accent1"/>
          </a:solidFill>
          <a:ln w="5080">
            <a:solidFill>
              <a:srgbClr val="FFFFFF"/>
            </a:solidFill>
            <a:prstDash val="solid"/>
          </a:ln>
        </p:spPr>
      </p:sp>
      <p:sp>
        <p:nvSpPr>
          <p:cNvPr id="169" name="mini syn 82 4"/>
          <p:cNvSpPr/>
          <p:nvPr/>
        </p:nvSpPr>
        <p:spPr>
          <a:xfrm>
            <a:off x="5094351" y="5127010"/>
            <a:ext cx="32825" cy="13677"/>
          </a:xfrm>
          <a:prstGeom prst="rect">
            <a:avLst/>
          </a:prstGeom>
          <a:solidFill>
            <a:schemeClr val="accent1"/>
          </a:solidFill>
          <a:ln w="5080">
            <a:solidFill>
              <a:srgbClr val="FFFFFF"/>
            </a:solidFill>
            <a:prstDash val="solid"/>
          </a:ln>
        </p:spPr>
      </p:sp>
      <p:sp>
        <p:nvSpPr>
          <p:cNvPr id="170" name="mini syn 82 5"/>
          <p:cNvSpPr/>
          <p:nvPr/>
        </p:nvSpPr>
        <p:spPr>
          <a:xfrm>
            <a:off x="5103495" y="5157099"/>
            <a:ext cx="24618" cy="24618"/>
          </a:xfrm>
          <a:prstGeom prst="ellipse">
            <a:avLst/>
          </a:prstGeom>
          <a:solidFill>
            <a:schemeClr val="accent1"/>
          </a:solidFill>
          <a:ln w="5080">
            <a:solidFill>
              <a:srgbClr val="FFFFFF"/>
            </a:solidFill>
            <a:prstDash val="solid"/>
          </a:ln>
        </p:spPr>
      </p:sp>
      <p:sp>
        <p:nvSpPr>
          <p:cNvPr id="171" name="mini syn 82 6"/>
          <p:cNvSpPr/>
          <p:nvPr/>
        </p:nvSpPr>
        <p:spPr>
          <a:xfrm>
            <a:off x="5103495" y="5192659"/>
            <a:ext cx="24618" cy="24618"/>
          </a:xfrm>
          <a:prstGeom prst="ellipse">
            <a:avLst/>
          </a:prstGeom>
          <a:solidFill>
            <a:schemeClr val="accent1"/>
          </a:solidFill>
          <a:ln w="5080">
            <a:solidFill>
              <a:srgbClr val="FFFFFF"/>
            </a:solidFill>
            <a:prstDash val="solid"/>
          </a:ln>
        </p:spPr>
      </p:sp>
      <p:sp>
        <p:nvSpPr>
          <p:cNvPr id="172" name="mini syn 82 7"/>
          <p:cNvSpPr/>
          <p:nvPr/>
        </p:nvSpPr>
        <p:spPr>
          <a:xfrm>
            <a:off x="5094351" y="5233690"/>
            <a:ext cx="32825" cy="13677"/>
          </a:xfrm>
          <a:prstGeom prst="rect">
            <a:avLst/>
          </a:prstGeom>
          <a:solidFill>
            <a:schemeClr val="accent1"/>
          </a:solidFill>
          <a:ln w="5080">
            <a:solidFill>
              <a:srgbClr val="FFFFFF"/>
            </a:solidFill>
            <a:prstDash val="solid"/>
          </a:ln>
        </p:spPr>
      </p:sp>
      <p:sp>
        <p:nvSpPr>
          <p:cNvPr id="17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4" name="tile contexts, four splits, disjoint seeds"/>
          <p:cNvSpPr/>
          <p:nvPr/>
        </p:nvSpPr>
        <p:spPr>
          <a:xfrm>
            <a:off x="5806440" y="1874520"/>
            <a:ext cx="1822704" cy="1965960"/>
          </a:xfrm>
          <a:prstGeom prst="roundRect">
            <a:avLst>
              <a:gd name="adj" fmla="val 3512"/>
            </a:avLst>
          </a:prstGeom>
          <a:solidFill>
            <a:schemeClr val="bg2"/>
          </a:solidFill>
          <a:ln/>
        </p:spPr>
      </p:sp>
      <p:sp>
        <p:nvSpPr>
          <p:cNvPr id="175" name="value contexts, four splits,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76" name="label contexts, four splits,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four splits, disjoint seeds</a:t>
            </a:r>
            <a:endParaRPr lang="en-US" sz="1150" dirty="0"/>
          </a:p>
        </p:txBody>
      </p:sp>
      <p:sp>
        <p:nvSpPr>
          <p:cNvPr id="177" name="tile elements, four kinds, six trades"/>
          <p:cNvSpPr/>
          <p:nvPr/>
        </p:nvSpPr>
        <p:spPr>
          <a:xfrm>
            <a:off x="7812024" y="1874520"/>
            <a:ext cx="1822704" cy="1965960"/>
          </a:xfrm>
          <a:prstGeom prst="roundRect">
            <a:avLst>
              <a:gd name="adj" fmla="val 3512"/>
            </a:avLst>
          </a:prstGeom>
          <a:solidFill>
            <a:schemeClr val="bg2"/>
          </a:solidFill>
          <a:ln/>
        </p:spPr>
      </p:sp>
      <p:sp>
        <p:nvSpPr>
          <p:cNvPr id="178" name="value elements, four kind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179" name="label elements, four kind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four kinds, six trades</a:t>
            </a:r>
            <a:endParaRPr lang="en-US" sz="1150" dirty="0"/>
          </a:p>
        </p:txBody>
      </p:sp>
      <p:sp>
        <p:nvSpPr>
          <p:cNvPr id="180" name="tile tiers by exact element count"/>
          <p:cNvSpPr/>
          <p:nvPr/>
        </p:nvSpPr>
        <p:spPr>
          <a:xfrm>
            <a:off x="9817608" y="1874520"/>
            <a:ext cx="1822704" cy="1965960"/>
          </a:xfrm>
          <a:prstGeom prst="roundRect">
            <a:avLst>
              <a:gd name="adj" fmla="val 3512"/>
            </a:avLst>
          </a:prstGeom>
          <a:solidFill>
            <a:schemeClr val="bg2"/>
          </a:solidFill>
          <a:ln/>
        </p:spPr>
      </p:sp>
      <p:sp>
        <p:nvSpPr>
          <p:cNvPr id="181" name="value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182" name="label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tiers by exact element count</a:t>
            </a:r>
            <a:endParaRPr lang="en-US" sz="1150" dirty="0"/>
          </a:p>
        </p:txBody>
      </p:sp>
      <p:sp>
        <p:nvSpPr>
          <p:cNvPr id="183" name="tile the brief, not the answer"/>
          <p:cNvSpPr/>
          <p:nvPr/>
        </p:nvSpPr>
        <p:spPr>
          <a:xfrm>
            <a:off x="5806440" y="4023360"/>
            <a:ext cx="1822704" cy="1965960"/>
          </a:xfrm>
          <a:prstGeom prst="roundRect">
            <a:avLst>
              <a:gd name="adj" fmla="val 3512"/>
            </a:avLst>
          </a:prstGeom>
          <a:solidFill>
            <a:schemeClr val="bg2"/>
          </a:solidFill>
          <a:ln/>
        </p:spPr>
      </p:sp>
      <p:sp>
        <p:nvSpPr>
          <p:cNvPr id="184" name="value the brief, not the answer"/>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185" name="label the brief, not the answer"/>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186" name="tile every constant sourced or declared"/>
          <p:cNvSpPr/>
          <p:nvPr/>
        </p:nvSpPr>
        <p:spPr>
          <a:xfrm>
            <a:off x="7812024" y="4023360"/>
            <a:ext cx="1822704" cy="1965960"/>
          </a:xfrm>
          <a:prstGeom prst="roundRect">
            <a:avLst>
              <a:gd name="adj" fmla="val 3512"/>
            </a:avLst>
          </a:prstGeom>
          <a:solidFill>
            <a:schemeClr val="bg2"/>
          </a:solidFill>
          <a:ln/>
        </p:spPr>
      </p:sp>
      <p:sp>
        <p:nvSpPr>
          <p:cNvPr id="187" name="value every constant sourced or declared"/>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188" name="label every constant sourced or declared"/>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189" name="tile data CC BY 4.0, code MIT"/>
          <p:cNvSpPr/>
          <p:nvPr/>
        </p:nvSpPr>
        <p:spPr>
          <a:xfrm>
            <a:off x="9817608" y="4023360"/>
            <a:ext cx="1822704" cy="1965960"/>
          </a:xfrm>
          <a:prstGeom prst="roundRect">
            <a:avLst>
              <a:gd name="adj" fmla="val 3512"/>
            </a:avLst>
          </a:prstGeom>
          <a:solidFill>
            <a:schemeClr val="bg2"/>
          </a:solidFill>
          <a:ln/>
        </p:spPr>
      </p:sp>
      <p:sp>
        <p:nvSpPr>
          <p:cNvPr id="190" name="value data CC BY 4.0, code MIT"/>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191" name="label data CC BY 4.0, code MIT"/>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[3]: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[12] (at least 25 mm); stagger within rows; electrical above wet on walls [10].</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2026-10-06T22:53:48Z</dcterms:created>
  <dcterms:modified xsi:type="dcterms:W3CDTF">2026-10-06T22:53:48Z</dcterms:modified>
</cp:coreProperties>
</file>