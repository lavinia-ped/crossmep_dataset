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01afed-1ce9-0c66-daf9-ce577f0e8d2e}">
          <p14:sldIdLst>
            <p14:sldId id="256"/>
          </p14:sldIdLst>
        </p14:section>
        <p14:section name="Motivation" id="{711b2408-8801-25f9-4255-47c90959a7fe}">
          <p14:sldIdLst>
            <p14:sldId id="257"/>
            <p14:sldId id="258"/>
            <p14:sldId id="259"/>
            <p14:sldId id="260"/>
            <p14:sldId id="261"/>
          </p14:sldIdLst>
        </p14:section>
        <p14:section name="The dataset" id="{c051ae77-5f4f-24fa-c57e-8a31faf11252}">
          <p14:sldIdLst>
            <p14:sldId id="262"/>
            <p14:sldId id="263"/>
            <p14:sldId id="264"/>
          </p14:sldIdLst>
        </p14:section>
        <p14:section name="Experiments" id="{6afdbb1e-9228-057d-8094-2fad0976ce21}">
          <p14:sldIdLst>
            <p14:sldId id="265"/>
            <p14:sldId id="266"/>
            <p14:sldId id="267"/>
          </p14:sldIdLst>
        </p14:section>
        <p14:section name="Use" id="{ad57052c-04ab-c168-4d7e-002b5d37e527}">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tickLblSkip val="4"/>
        <c:noMultiLvlLbl val="1"/>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1783080"/>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rgbClr val="C00000"/>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support assemblies </a:t>
            </a:r>
            <a:r>
              <a:rPr lang="en-US" sz="1200" dirty="0">
                <a:solidFill>
                  <a:srgbClr val="52514E"/>
                </a:solidFill>
              </a:rPr>
              <a:t>in one 200,000 sq ft hospital project</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rgbClr val="C00000"/>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time </a:t>
            </a:r>
            <a:r>
              <a:rPr lang="en-US" sz="1200" dirty="0">
                <a:solidFill>
                  <a:srgbClr val="52514E"/>
                </a:solidFill>
              </a:rPr>
              <a:t>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rgbClr val="C00000"/>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$600k</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cost </a:t>
            </a:r>
            <a:r>
              <a:rPr lang="en-US" sz="1200" dirty="0">
                <a:solidFill>
                  <a:srgbClr val="52514E"/>
                </a:solidFill>
              </a:rPr>
              <a:t>cumulative per hospital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4"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5" name="hatch in 0.8"/>
          <p:cNvSpPr/>
          <p:nvPr/>
        </p:nvSpPr>
        <p:spPr>
          <a:xfrm flipV="1">
            <a:off x="731520" y="2011680"/>
            <a:ext cx="274320" cy="384048"/>
          </a:xfrm>
          <a:prstGeom prst="line">
            <a:avLst/>
          </a:prstGeom>
          <a:noFill/>
          <a:ln w="6350">
            <a:solidFill>
              <a:srgbClr val="898781"/>
            </a:solidFill>
            <a:prstDash val="solid"/>
          </a:ln>
        </p:spPr>
      </p:sp>
      <p:sp>
        <p:nvSpPr>
          <p:cNvPr id="6" name="hatch in 1.1"/>
          <p:cNvSpPr/>
          <p:nvPr/>
        </p:nvSpPr>
        <p:spPr>
          <a:xfrm flipV="1">
            <a:off x="1005840" y="2011680"/>
            <a:ext cx="274320" cy="384048"/>
          </a:xfrm>
          <a:prstGeom prst="line">
            <a:avLst/>
          </a:prstGeom>
          <a:noFill/>
          <a:ln w="6350">
            <a:solidFill>
              <a:srgbClr val="898781"/>
            </a:solidFill>
            <a:prstDash val="solid"/>
          </a:ln>
        </p:spPr>
      </p:sp>
      <p:sp>
        <p:nvSpPr>
          <p:cNvPr id="7" name="hatch in 1.4"/>
          <p:cNvSpPr/>
          <p:nvPr/>
        </p:nvSpPr>
        <p:spPr>
          <a:xfrm flipV="1">
            <a:off x="1280160" y="2011680"/>
            <a:ext cx="274320" cy="384048"/>
          </a:xfrm>
          <a:prstGeom prst="line">
            <a:avLst/>
          </a:prstGeom>
          <a:noFill/>
          <a:ln w="6350">
            <a:solidFill>
              <a:srgbClr val="898781"/>
            </a:solidFill>
            <a:prstDash val="solid"/>
          </a:ln>
        </p:spPr>
      </p:sp>
      <p:sp>
        <p:nvSpPr>
          <p:cNvPr id="8" name="hatch in 1.7"/>
          <p:cNvSpPr/>
          <p:nvPr/>
        </p:nvSpPr>
        <p:spPr>
          <a:xfrm flipV="1">
            <a:off x="1554480" y="2011680"/>
            <a:ext cx="274320" cy="384048"/>
          </a:xfrm>
          <a:prstGeom prst="line">
            <a:avLst/>
          </a:prstGeom>
          <a:noFill/>
          <a:ln w="6350">
            <a:solidFill>
              <a:srgbClr val="898781"/>
            </a:solidFill>
            <a:prstDash val="solid"/>
          </a:ln>
        </p:spPr>
      </p:sp>
      <p:sp>
        <p:nvSpPr>
          <p:cNvPr id="9" name="hatch in 2.0"/>
          <p:cNvSpPr/>
          <p:nvPr/>
        </p:nvSpPr>
        <p:spPr>
          <a:xfrm flipV="1">
            <a:off x="1828800" y="2011680"/>
            <a:ext cx="274320" cy="384048"/>
          </a:xfrm>
          <a:prstGeom prst="line">
            <a:avLst/>
          </a:prstGeom>
          <a:noFill/>
          <a:ln w="6350">
            <a:solidFill>
              <a:srgbClr val="898781"/>
            </a:solidFill>
            <a:prstDash val="solid"/>
          </a:ln>
        </p:spPr>
      </p:sp>
      <p:sp>
        <p:nvSpPr>
          <p:cNvPr id="10" name="hatch in 2.3"/>
          <p:cNvSpPr/>
          <p:nvPr/>
        </p:nvSpPr>
        <p:spPr>
          <a:xfrm flipV="1">
            <a:off x="2103120" y="2011680"/>
            <a:ext cx="274320" cy="384048"/>
          </a:xfrm>
          <a:prstGeom prst="line">
            <a:avLst/>
          </a:prstGeom>
          <a:noFill/>
          <a:ln w="6350">
            <a:solidFill>
              <a:srgbClr val="898781"/>
            </a:solidFill>
            <a:prstDash val="solid"/>
          </a:ln>
        </p:spPr>
      </p:sp>
      <p:sp>
        <p:nvSpPr>
          <p:cNvPr id="11" name="hatch in 2.6"/>
          <p:cNvSpPr/>
          <p:nvPr/>
        </p:nvSpPr>
        <p:spPr>
          <a:xfrm flipV="1">
            <a:off x="2377440" y="2011680"/>
            <a:ext cx="274320" cy="384048"/>
          </a:xfrm>
          <a:prstGeom prst="line">
            <a:avLst/>
          </a:prstGeom>
          <a:noFill/>
          <a:ln w="6350">
            <a:solidFill>
              <a:srgbClr val="898781"/>
            </a:solidFill>
            <a:prstDash val="solid"/>
          </a:ln>
        </p:spPr>
      </p:sp>
      <p:sp>
        <p:nvSpPr>
          <p:cNvPr id="12" name="hatch in 2.9"/>
          <p:cNvSpPr/>
          <p:nvPr/>
        </p:nvSpPr>
        <p:spPr>
          <a:xfrm flipV="1">
            <a:off x="2651760" y="2011680"/>
            <a:ext cx="274320" cy="384048"/>
          </a:xfrm>
          <a:prstGeom prst="line">
            <a:avLst/>
          </a:prstGeom>
          <a:noFill/>
          <a:ln w="6350">
            <a:solidFill>
              <a:srgbClr val="898781"/>
            </a:solidFill>
            <a:prstDash val="solid"/>
          </a:ln>
        </p:spPr>
      </p:sp>
      <p:sp>
        <p:nvSpPr>
          <p:cNvPr id="13" name="hatch in 3.2"/>
          <p:cNvSpPr/>
          <p:nvPr/>
        </p:nvSpPr>
        <p:spPr>
          <a:xfrm flipV="1">
            <a:off x="2926080" y="2011680"/>
            <a:ext cx="274320" cy="384048"/>
          </a:xfrm>
          <a:prstGeom prst="line">
            <a:avLst/>
          </a:prstGeom>
          <a:noFill/>
          <a:ln w="6350">
            <a:solidFill>
              <a:srgbClr val="898781"/>
            </a:solidFill>
            <a:prstDash val="solid"/>
          </a:ln>
        </p:spPr>
      </p:sp>
      <p:sp>
        <p:nvSpPr>
          <p:cNvPr id="14" name="hatch in 3.5"/>
          <p:cNvSpPr/>
          <p:nvPr/>
        </p:nvSpPr>
        <p:spPr>
          <a:xfrm flipV="1">
            <a:off x="3200400" y="2011680"/>
            <a:ext cx="274320" cy="384048"/>
          </a:xfrm>
          <a:prstGeom prst="line">
            <a:avLst/>
          </a:prstGeom>
          <a:noFill/>
          <a:ln w="6350">
            <a:solidFill>
              <a:srgbClr val="898781"/>
            </a:solidFill>
            <a:prstDash val="solid"/>
          </a:ln>
        </p:spPr>
      </p:sp>
      <p:sp>
        <p:nvSpPr>
          <p:cNvPr id="15" name="hatch in 3.8"/>
          <p:cNvSpPr/>
          <p:nvPr/>
        </p:nvSpPr>
        <p:spPr>
          <a:xfrm flipV="1">
            <a:off x="3474720" y="2011680"/>
            <a:ext cx="274320" cy="384048"/>
          </a:xfrm>
          <a:prstGeom prst="line">
            <a:avLst/>
          </a:prstGeom>
          <a:noFill/>
          <a:ln w="6350">
            <a:solidFill>
              <a:srgbClr val="898781"/>
            </a:solidFill>
            <a:prstDash val="solid"/>
          </a:ln>
        </p:spPr>
      </p:sp>
      <p:sp>
        <p:nvSpPr>
          <p:cNvPr id="16" name="hatch in 4.1"/>
          <p:cNvSpPr/>
          <p:nvPr/>
        </p:nvSpPr>
        <p:spPr>
          <a:xfrm flipV="1">
            <a:off x="3749040" y="2011680"/>
            <a:ext cx="274320" cy="384048"/>
          </a:xfrm>
          <a:prstGeom prst="line">
            <a:avLst/>
          </a:prstGeom>
          <a:noFill/>
          <a:ln w="6350">
            <a:solidFill>
              <a:srgbClr val="898781"/>
            </a:solidFill>
            <a:prstDash val="solid"/>
          </a:ln>
        </p:spPr>
      </p:sp>
      <p:sp>
        <p:nvSpPr>
          <p:cNvPr id="17" name="hatch in 4.4"/>
          <p:cNvSpPr/>
          <p:nvPr/>
        </p:nvSpPr>
        <p:spPr>
          <a:xfrm flipV="1">
            <a:off x="4023360" y="2011680"/>
            <a:ext cx="274320" cy="384048"/>
          </a:xfrm>
          <a:prstGeom prst="line">
            <a:avLst/>
          </a:prstGeom>
          <a:noFill/>
          <a:ln w="6350">
            <a:solidFill>
              <a:srgbClr val="898781"/>
            </a:solidFill>
            <a:prstDash val="solid"/>
          </a:ln>
        </p:spPr>
      </p:sp>
      <p:sp>
        <p:nvSpPr>
          <p:cNvPr id="18" name="hatch in 4.7"/>
          <p:cNvSpPr/>
          <p:nvPr/>
        </p:nvSpPr>
        <p:spPr>
          <a:xfrm flipV="1">
            <a:off x="4297680" y="2011680"/>
            <a:ext cx="274320" cy="384048"/>
          </a:xfrm>
          <a:prstGeom prst="line">
            <a:avLst/>
          </a:prstGeom>
          <a:noFill/>
          <a:ln w="6350">
            <a:solidFill>
              <a:srgbClr val="898781"/>
            </a:solidFill>
            <a:prstDash val="solid"/>
          </a:ln>
        </p:spPr>
      </p:sp>
      <p:sp>
        <p:nvSpPr>
          <p:cNvPr id="19" name="hatch in 5.0"/>
          <p:cNvSpPr/>
          <p:nvPr/>
        </p:nvSpPr>
        <p:spPr>
          <a:xfrm flipV="1">
            <a:off x="4572000" y="2011680"/>
            <a:ext cx="274320" cy="384048"/>
          </a:xfrm>
          <a:prstGeom prst="line">
            <a:avLst/>
          </a:prstGeom>
          <a:noFill/>
          <a:ln w="6350">
            <a:solidFill>
              <a:srgbClr val="898781"/>
            </a:solidFill>
            <a:prstDash val="solid"/>
          </a:ln>
        </p:spPr>
      </p:sp>
      <p:sp>
        <p:nvSpPr>
          <p:cNvPr id="20" name="hatch in 5.3"/>
          <p:cNvSpPr/>
          <p:nvPr/>
        </p:nvSpPr>
        <p:spPr>
          <a:xfrm flipV="1">
            <a:off x="4846320" y="2011680"/>
            <a:ext cx="274320" cy="384048"/>
          </a:xfrm>
          <a:prstGeom prst="line">
            <a:avLst/>
          </a:prstGeom>
          <a:noFill/>
          <a:ln w="6350">
            <a:solidFill>
              <a:srgbClr val="898781"/>
            </a:solidFill>
            <a:prstDash val="solid"/>
          </a:ln>
        </p:spPr>
      </p:sp>
      <p:sp>
        <p:nvSpPr>
          <p:cNvPr id="21"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2"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3"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4"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5"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6"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7"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8"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29" name="design arrow"/>
          <p:cNvSpPr/>
          <p:nvPr/>
        </p:nvSpPr>
        <p:spPr>
          <a:xfrm>
            <a:off x="5577840" y="3200400"/>
            <a:ext cx="1033272" cy="0"/>
          </a:xfrm>
          <a:prstGeom prst="line">
            <a:avLst/>
          </a:prstGeom>
          <a:noFill/>
          <a:ln w="19050">
            <a:solidFill>
              <a:srgbClr val="52514E"/>
            </a:solidFill>
            <a:prstDash val="solid"/>
            <a:tailEnd type="triangle"/>
          </a:ln>
        </p:spPr>
      </p:sp>
      <p:sp>
        <p:nvSpPr>
          <p:cNvPr id="30"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1"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2"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3" name="hatch out 7.6"/>
          <p:cNvSpPr/>
          <p:nvPr/>
        </p:nvSpPr>
        <p:spPr>
          <a:xfrm flipV="1">
            <a:off x="6976872" y="2011680"/>
            <a:ext cx="274320" cy="384048"/>
          </a:xfrm>
          <a:prstGeom prst="line">
            <a:avLst/>
          </a:prstGeom>
          <a:noFill/>
          <a:ln w="6350">
            <a:solidFill>
              <a:srgbClr val="898781"/>
            </a:solidFill>
            <a:prstDash val="solid"/>
          </a:ln>
        </p:spPr>
      </p:sp>
      <p:sp>
        <p:nvSpPr>
          <p:cNvPr id="34" name="hatch out 7.9"/>
          <p:cNvSpPr/>
          <p:nvPr/>
        </p:nvSpPr>
        <p:spPr>
          <a:xfrm flipV="1">
            <a:off x="7251192" y="2011680"/>
            <a:ext cx="274320" cy="384048"/>
          </a:xfrm>
          <a:prstGeom prst="line">
            <a:avLst/>
          </a:prstGeom>
          <a:noFill/>
          <a:ln w="6350">
            <a:solidFill>
              <a:srgbClr val="898781"/>
            </a:solidFill>
            <a:prstDash val="solid"/>
          </a:ln>
        </p:spPr>
      </p:sp>
      <p:sp>
        <p:nvSpPr>
          <p:cNvPr id="35" name="hatch out 8.2"/>
          <p:cNvSpPr/>
          <p:nvPr/>
        </p:nvSpPr>
        <p:spPr>
          <a:xfrm flipV="1">
            <a:off x="7525512" y="2011680"/>
            <a:ext cx="274320" cy="384048"/>
          </a:xfrm>
          <a:prstGeom prst="line">
            <a:avLst/>
          </a:prstGeom>
          <a:noFill/>
          <a:ln w="6350">
            <a:solidFill>
              <a:srgbClr val="898781"/>
            </a:solidFill>
            <a:prstDash val="solid"/>
          </a:ln>
        </p:spPr>
      </p:sp>
      <p:sp>
        <p:nvSpPr>
          <p:cNvPr id="36" name="hatch out 8.5"/>
          <p:cNvSpPr/>
          <p:nvPr/>
        </p:nvSpPr>
        <p:spPr>
          <a:xfrm flipV="1">
            <a:off x="7799832" y="2011680"/>
            <a:ext cx="274320" cy="384048"/>
          </a:xfrm>
          <a:prstGeom prst="line">
            <a:avLst/>
          </a:prstGeom>
          <a:noFill/>
          <a:ln w="6350">
            <a:solidFill>
              <a:srgbClr val="898781"/>
            </a:solidFill>
            <a:prstDash val="solid"/>
          </a:ln>
        </p:spPr>
      </p:sp>
      <p:sp>
        <p:nvSpPr>
          <p:cNvPr id="37" name="hatch out 8.8"/>
          <p:cNvSpPr/>
          <p:nvPr/>
        </p:nvSpPr>
        <p:spPr>
          <a:xfrm flipV="1">
            <a:off x="8074152" y="2011680"/>
            <a:ext cx="274320" cy="384048"/>
          </a:xfrm>
          <a:prstGeom prst="line">
            <a:avLst/>
          </a:prstGeom>
          <a:noFill/>
          <a:ln w="6350">
            <a:solidFill>
              <a:srgbClr val="898781"/>
            </a:solidFill>
            <a:prstDash val="solid"/>
          </a:ln>
        </p:spPr>
      </p:sp>
      <p:sp>
        <p:nvSpPr>
          <p:cNvPr id="38" name="hatch out 9.1"/>
          <p:cNvSpPr/>
          <p:nvPr/>
        </p:nvSpPr>
        <p:spPr>
          <a:xfrm flipV="1">
            <a:off x="8348472" y="2011680"/>
            <a:ext cx="274320" cy="384048"/>
          </a:xfrm>
          <a:prstGeom prst="line">
            <a:avLst/>
          </a:prstGeom>
          <a:noFill/>
          <a:ln w="6350">
            <a:solidFill>
              <a:srgbClr val="898781"/>
            </a:solidFill>
            <a:prstDash val="solid"/>
          </a:ln>
        </p:spPr>
      </p:sp>
      <p:sp>
        <p:nvSpPr>
          <p:cNvPr id="39" name="hatch out 9.4"/>
          <p:cNvSpPr/>
          <p:nvPr/>
        </p:nvSpPr>
        <p:spPr>
          <a:xfrm flipV="1">
            <a:off x="8622792" y="2011680"/>
            <a:ext cx="274320" cy="384048"/>
          </a:xfrm>
          <a:prstGeom prst="line">
            <a:avLst/>
          </a:prstGeom>
          <a:noFill/>
          <a:ln w="6350">
            <a:solidFill>
              <a:srgbClr val="898781"/>
            </a:solidFill>
            <a:prstDash val="solid"/>
          </a:ln>
        </p:spPr>
      </p:sp>
      <p:sp>
        <p:nvSpPr>
          <p:cNvPr id="40" name="hatch out 9.7"/>
          <p:cNvSpPr/>
          <p:nvPr/>
        </p:nvSpPr>
        <p:spPr>
          <a:xfrm flipV="1">
            <a:off x="8897112" y="2011680"/>
            <a:ext cx="274320" cy="384048"/>
          </a:xfrm>
          <a:prstGeom prst="line">
            <a:avLst/>
          </a:prstGeom>
          <a:noFill/>
          <a:ln w="6350">
            <a:solidFill>
              <a:srgbClr val="898781"/>
            </a:solidFill>
            <a:prstDash val="solid"/>
          </a:ln>
        </p:spPr>
      </p:sp>
      <p:sp>
        <p:nvSpPr>
          <p:cNvPr id="41" name="hatch out 10.0"/>
          <p:cNvSpPr/>
          <p:nvPr/>
        </p:nvSpPr>
        <p:spPr>
          <a:xfrm flipV="1">
            <a:off x="9171432" y="2011680"/>
            <a:ext cx="274320" cy="384048"/>
          </a:xfrm>
          <a:prstGeom prst="line">
            <a:avLst/>
          </a:prstGeom>
          <a:noFill/>
          <a:ln w="6350">
            <a:solidFill>
              <a:srgbClr val="898781"/>
            </a:solidFill>
            <a:prstDash val="solid"/>
          </a:ln>
        </p:spPr>
      </p:sp>
      <p:sp>
        <p:nvSpPr>
          <p:cNvPr id="42" name="hatch out 10.3"/>
          <p:cNvSpPr/>
          <p:nvPr/>
        </p:nvSpPr>
        <p:spPr>
          <a:xfrm flipV="1">
            <a:off x="9445752" y="2011680"/>
            <a:ext cx="274320" cy="384048"/>
          </a:xfrm>
          <a:prstGeom prst="line">
            <a:avLst/>
          </a:prstGeom>
          <a:noFill/>
          <a:ln w="6350">
            <a:solidFill>
              <a:srgbClr val="898781"/>
            </a:solidFill>
            <a:prstDash val="solid"/>
          </a:ln>
        </p:spPr>
      </p:sp>
      <p:sp>
        <p:nvSpPr>
          <p:cNvPr id="43" name="hatch out 10.6"/>
          <p:cNvSpPr/>
          <p:nvPr/>
        </p:nvSpPr>
        <p:spPr>
          <a:xfrm flipV="1">
            <a:off x="9720072" y="2011680"/>
            <a:ext cx="274320" cy="384048"/>
          </a:xfrm>
          <a:prstGeom prst="line">
            <a:avLst/>
          </a:prstGeom>
          <a:noFill/>
          <a:ln w="6350">
            <a:solidFill>
              <a:srgbClr val="898781"/>
            </a:solidFill>
            <a:prstDash val="solid"/>
          </a:ln>
        </p:spPr>
      </p:sp>
      <p:sp>
        <p:nvSpPr>
          <p:cNvPr id="44" name="hatch out 10.9"/>
          <p:cNvSpPr/>
          <p:nvPr/>
        </p:nvSpPr>
        <p:spPr>
          <a:xfrm flipV="1">
            <a:off x="9994392" y="2011680"/>
            <a:ext cx="274320" cy="384048"/>
          </a:xfrm>
          <a:prstGeom prst="line">
            <a:avLst/>
          </a:prstGeom>
          <a:noFill/>
          <a:ln w="6350">
            <a:solidFill>
              <a:srgbClr val="898781"/>
            </a:solidFill>
            <a:prstDash val="solid"/>
          </a:ln>
        </p:spPr>
      </p:sp>
      <p:sp>
        <p:nvSpPr>
          <p:cNvPr id="45" name="hatch out 11.2"/>
          <p:cNvSpPr/>
          <p:nvPr/>
        </p:nvSpPr>
        <p:spPr>
          <a:xfrm flipV="1">
            <a:off x="10268712" y="2011680"/>
            <a:ext cx="274320" cy="384048"/>
          </a:xfrm>
          <a:prstGeom prst="line">
            <a:avLst/>
          </a:prstGeom>
          <a:noFill/>
          <a:ln w="6350">
            <a:solidFill>
              <a:srgbClr val="898781"/>
            </a:solidFill>
            <a:prstDash val="solid"/>
          </a:ln>
        </p:spPr>
      </p:sp>
      <p:sp>
        <p:nvSpPr>
          <p:cNvPr id="46" name="hatch out 11.5"/>
          <p:cNvSpPr/>
          <p:nvPr/>
        </p:nvSpPr>
        <p:spPr>
          <a:xfrm flipV="1">
            <a:off x="10543032" y="2011680"/>
            <a:ext cx="274320" cy="384048"/>
          </a:xfrm>
          <a:prstGeom prst="line">
            <a:avLst/>
          </a:prstGeom>
          <a:noFill/>
          <a:ln w="6350">
            <a:solidFill>
              <a:srgbClr val="898781"/>
            </a:solidFill>
            <a:prstDash val="solid"/>
          </a:ln>
        </p:spPr>
      </p:sp>
      <p:sp>
        <p:nvSpPr>
          <p:cNvPr id="47" name="hatch out 11.8"/>
          <p:cNvSpPr/>
          <p:nvPr/>
        </p:nvSpPr>
        <p:spPr>
          <a:xfrm flipV="1">
            <a:off x="10817352" y="2011680"/>
            <a:ext cx="274320" cy="384048"/>
          </a:xfrm>
          <a:prstGeom prst="line">
            <a:avLst/>
          </a:prstGeom>
          <a:noFill/>
          <a:ln w="6350">
            <a:solidFill>
              <a:srgbClr val="898781"/>
            </a:solidFill>
            <a:prstDash val="solid"/>
          </a:ln>
        </p:spPr>
      </p:sp>
      <p:sp>
        <p:nvSpPr>
          <p:cNvPr id="48" name="hatch out 12.1"/>
          <p:cNvSpPr/>
          <p:nvPr/>
        </p:nvSpPr>
        <p:spPr>
          <a:xfrm flipV="1">
            <a:off x="11091672" y="2011680"/>
            <a:ext cx="274320" cy="384048"/>
          </a:xfrm>
          <a:prstGeom prst="line">
            <a:avLst/>
          </a:prstGeom>
          <a:noFill/>
          <a:ln w="6350">
            <a:solidFill>
              <a:srgbClr val="898781"/>
            </a:solidFill>
            <a:prstDash val="solid"/>
          </a:ln>
        </p:spPr>
      </p:sp>
      <p:sp>
        <p:nvSpPr>
          <p:cNvPr id="49"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0"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1"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2"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3"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4"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55" name="anchor 0"/>
          <p:cNvSpPr/>
          <p:nvPr/>
        </p:nvSpPr>
        <p:spPr>
          <a:xfrm>
            <a:off x="7123176" y="2286000"/>
            <a:ext cx="146304" cy="146304"/>
          </a:xfrm>
          <a:prstGeom prst="rect">
            <a:avLst/>
          </a:prstGeom>
          <a:solidFill>
            <a:srgbClr val="1F2933"/>
          </a:solidFill>
          <a:ln/>
        </p:spPr>
      </p:sp>
      <p:sp>
        <p:nvSpPr>
          <p:cNvPr id="56" name="rod 0"/>
          <p:cNvSpPr/>
          <p:nvPr/>
        </p:nvSpPr>
        <p:spPr>
          <a:xfrm>
            <a:off x="7178040" y="2395728"/>
            <a:ext cx="36576" cy="1353312"/>
          </a:xfrm>
          <a:prstGeom prst="rect">
            <a:avLst/>
          </a:prstGeom>
          <a:solidFill>
            <a:srgbClr val="1F2933"/>
          </a:solidFill>
          <a:ln/>
        </p:spPr>
      </p:sp>
      <p:sp>
        <p:nvSpPr>
          <p:cNvPr id="57" name="anchor 1"/>
          <p:cNvSpPr/>
          <p:nvPr/>
        </p:nvSpPr>
        <p:spPr>
          <a:xfrm>
            <a:off x="11164824" y="2286000"/>
            <a:ext cx="146304" cy="146304"/>
          </a:xfrm>
          <a:prstGeom prst="rect">
            <a:avLst/>
          </a:prstGeom>
          <a:solidFill>
            <a:srgbClr val="1F2933"/>
          </a:solidFill>
          <a:ln/>
        </p:spPr>
      </p:sp>
      <p:sp>
        <p:nvSpPr>
          <p:cNvPr id="58" name="rod 1"/>
          <p:cNvSpPr/>
          <p:nvPr/>
        </p:nvSpPr>
        <p:spPr>
          <a:xfrm>
            <a:off x="11219688" y="2395728"/>
            <a:ext cx="36576" cy="1353312"/>
          </a:xfrm>
          <a:prstGeom prst="rect">
            <a:avLst/>
          </a:prstGeom>
          <a:solidFill>
            <a:srgbClr val="1F2933"/>
          </a:solidFill>
          <a:ln/>
        </p:spPr>
      </p:sp>
      <p:sp>
        <p:nvSpPr>
          <p:cNvPr id="59" name="trapeze bar"/>
          <p:cNvSpPr/>
          <p:nvPr/>
        </p:nvSpPr>
        <p:spPr>
          <a:xfrm>
            <a:off x="7068312" y="3749040"/>
            <a:ext cx="4297680" cy="82296"/>
          </a:xfrm>
          <a:prstGeom prst="rect">
            <a:avLst/>
          </a:prstGeom>
          <a:solidFill>
            <a:srgbClr val="1F2933"/>
          </a:solidFill>
          <a:ln/>
        </p:spPr>
      </p:sp>
      <p:sp>
        <p:nvSpPr>
          <p:cNvPr id="60"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1"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34" name="callout left"/>
          <p:cNvSpPr/>
          <p:nvPr/>
        </p:nvSpPr>
        <p:spPr>
          <a:xfrm>
            <a:off x="548640" y="3154680"/>
            <a:ext cx="0" cy="850392"/>
          </a:xfrm>
          <a:prstGeom prst="line">
            <a:avLst/>
          </a:prstGeom>
          <a:noFill/>
          <a:ln w="19050">
            <a:solidFill>
              <a:schemeClr val="accent1"/>
            </a:solidFill>
            <a:prstDash val="sysDot"/>
          </a:ln>
        </p:spPr>
      </p:sp>
      <p:sp>
        <p:nvSpPr>
          <p:cNvPr id="35" name="callout right"/>
          <p:cNvSpPr/>
          <p:nvPr/>
        </p:nvSpPr>
        <p:spPr>
          <a:xfrm>
            <a:off x="2651760" y="3154680"/>
            <a:ext cx="9061704" cy="850392"/>
          </a:xfrm>
          <a:prstGeom prst="line">
            <a:avLst/>
          </a:prstGeom>
          <a:noFill/>
          <a:ln w="19050">
            <a:solidFill>
              <a:schemeClr val="accent1"/>
            </a:solidFill>
            <a:prstDash val="sysDot"/>
          </a:ln>
        </p:spPr>
      </p:sp>
      <p:sp>
        <p:nvSpPr>
          <p:cNvPr id="36"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37"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8" name="card tag real"/>
          <p:cNvSpPr/>
          <p:nvPr/>
        </p:nvSpPr>
        <p:spPr>
          <a:xfrm>
            <a:off x="3611880" y="4206240"/>
            <a:ext cx="2103120" cy="274320"/>
          </a:xfrm>
          <a:prstGeom prst="roundRect">
            <a:avLst>
              <a:gd name="adj" fmla="val 50000"/>
            </a:avLst>
          </a:prstGeom>
          <a:solidFill>
            <a:srgbClr val="EB6834"/>
          </a:solidFill>
          <a:ln/>
        </p:spPr>
      </p:sp>
      <p:sp>
        <p:nvSpPr>
          <p:cNvPr id="39"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0"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1"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2" name="mini slab real 0"/>
          <p:cNvSpPr/>
          <p:nvPr/>
        </p:nvSpPr>
        <p:spPr>
          <a:xfrm>
            <a:off x="886968" y="4636008"/>
            <a:ext cx="457200" cy="32004"/>
          </a:xfrm>
          <a:prstGeom prst="rect">
            <a:avLst/>
          </a:prstGeom>
          <a:solidFill>
            <a:srgbClr val="52514E"/>
          </a:solidFill>
          <a:ln/>
        </p:spPr>
      </p:sp>
      <p:sp>
        <p:nvSpPr>
          <p:cNvPr id="43"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44"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45"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46"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47" name="mini slab real 1"/>
          <p:cNvSpPr/>
          <p:nvPr/>
        </p:nvSpPr>
        <p:spPr>
          <a:xfrm>
            <a:off x="1453896" y="4636008"/>
            <a:ext cx="457200" cy="32004"/>
          </a:xfrm>
          <a:prstGeom prst="rect">
            <a:avLst/>
          </a:prstGeom>
          <a:solidFill>
            <a:srgbClr val="52514E"/>
          </a:solidFill>
          <a:ln/>
        </p:spPr>
      </p:sp>
      <p:sp>
        <p:nvSpPr>
          <p:cNvPr id="48"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49"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0"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1"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2" name="mini slab real 2"/>
          <p:cNvSpPr/>
          <p:nvPr/>
        </p:nvSpPr>
        <p:spPr>
          <a:xfrm>
            <a:off x="2020824" y="4636008"/>
            <a:ext cx="457200" cy="32004"/>
          </a:xfrm>
          <a:prstGeom prst="rect">
            <a:avLst/>
          </a:prstGeom>
          <a:solidFill>
            <a:srgbClr val="52514E"/>
          </a:solidFill>
          <a:ln/>
        </p:spPr>
      </p:sp>
      <p:sp>
        <p:nvSpPr>
          <p:cNvPr id="53"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54"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55"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56"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57" name="mini slab real 3"/>
          <p:cNvSpPr/>
          <p:nvPr/>
        </p:nvSpPr>
        <p:spPr>
          <a:xfrm>
            <a:off x="2587752" y="4636008"/>
            <a:ext cx="457200" cy="32004"/>
          </a:xfrm>
          <a:prstGeom prst="rect">
            <a:avLst/>
          </a:prstGeom>
          <a:solidFill>
            <a:srgbClr val="52514E"/>
          </a:solidFill>
          <a:ln/>
        </p:spPr>
      </p:sp>
      <p:sp>
        <p:nvSpPr>
          <p:cNvPr id="58"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59"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0"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1"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2" name="mini slab real 4"/>
          <p:cNvSpPr/>
          <p:nvPr/>
        </p:nvSpPr>
        <p:spPr>
          <a:xfrm>
            <a:off x="3154680" y="4636008"/>
            <a:ext cx="457200" cy="32004"/>
          </a:xfrm>
          <a:prstGeom prst="rect">
            <a:avLst/>
          </a:prstGeom>
          <a:solidFill>
            <a:srgbClr val="52514E"/>
          </a:solidFill>
          <a:ln/>
        </p:spPr>
      </p:sp>
      <p:sp>
        <p:nvSpPr>
          <p:cNvPr id="63"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64"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65"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66"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67" name="mini slab real 5"/>
          <p:cNvSpPr/>
          <p:nvPr/>
        </p:nvSpPr>
        <p:spPr>
          <a:xfrm>
            <a:off x="3721608" y="4636008"/>
            <a:ext cx="457200" cy="32004"/>
          </a:xfrm>
          <a:prstGeom prst="rect">
            <a:avLst/>
          </a:prstGeom>
          <a:solidFill>
            <a:srgbClr val="52514E"/>
          </a:solidFill>
          <a:ln/>
        </p:spPr>
      </p:sp>
      <p:sp>
        <p:nvSpPr>
          <p:cNvPr id="68"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69"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0"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1" name="empty slot 6"/>
          <p:cNvSpPr/>
          <p:nvPr/>
        </p:nvSpPr>
        <p:spPr>
          <a:xfrm>
            <a:off x="4242816" y="4590288"/>
            <a:ext cx="548640" cy="475488"/>
          </a:xfrm>
          <a:prstGeom prst="rect">
            <a:avLst/>
          </a:prstGeom>
          <a:ln w="6350">
            <a:solidFill>
              <a:srgbClr val="898781"/>
            </a:solidFill>
            <a:prstDash val="dash"/>
          </a:ln>
        </p:spPr>
      </p:sp>
      <p:sp>
        <p:nvSpPr>
          <p:cNvPr id="72" name="empty slot 7"/>
          <p:cNvSpPr/>
          <p:nvPr/>
        </p:nvSpPr>
        <p:spPr>
          <a:xfrm>
            <a:off x="4809744" y="4590288"/>
            <a:ext cx="548640" cy="475488"/>
          </a:xfrm>
          <a:prstGeom prst="rect">
            <a:avLst/>
          </a:prstGeom>
          <a:ln w="6350">
            <a:solidFill>
              <a:srgbClr val="898781"/>
            </a:solidFill>
            <a:prstDash val="dash"/>
          </a:ln>
        </p:spPr>
      </p:sp>
      <p:sp>
        <p:nvSpPr>
          <p:cNvPr id="73" name="empty slot 8"/>
          <p:cNvSpPr/>
          <p:nvPr/>
        </p:nvSpPr>
        <p:spPr>
          <a:xfrm>
            <a:off x="5376672" y="4590288"/>
            <a:ext cx="548640" cy="475488"/>
          </a:xfrm>
          <a:prstGeom prst="rect">
            <a:avLst/>
          </a:prstGeom>
          <a:ln w="6350">
            <a:solidFill>
              <a:srgbClr val="898781"/>
            </a:solidFill>
            <a:prstDash val="dash"/>
          </a:ln>
        </p:spPr>
      </p:sp>
      <p:sp>
        <p:nvSpPr>
          <p:cNvPr id="74"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75"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6" name="card tag generated"/>
          <p:cNvSpPr/>
          <p:nvPr/>
        </p:nvSpPr>
        <p:spPr>
          <a:xfrm>
            <a:off x="9884664" y="4206240"/>
            <a:ext cx="1463040" cy="274320"/>
          </a:xfrm>
          <a:prstGeom prst="roundRect">
            <a:avLst>
              <a:gd name="adj" fmla="val 50000"/>
            </a:avLst>
          </a:prstGeom>
          <a:solidFill>
            <a:schemeClr val="accent1"/>
          </a:solidFill>
          <a:ln/>
        </p:spPr>
      </p:sp>
      <p:sp>
        <p:nvSpPr>
          <p:cNvPr id="77"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78"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79"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0" name="mini slab gen 1"/>
          <p:cNvSpPr/>
          <p:nvPr/>
        </p:nvSpPr>
        <p:spPr>
          <a:xfrm>
            <a:off x="6519672" y="4636008"/>
            <a:ext cx="512064" cy="32004"/>
          </a:xfrm>
          <a:prstGeom prst="rect">
            <a:avLst/>
          </a:prstGeom>
          <a:solidFill>
            <a:srgbClr val="52514E"/>
          </a:solidFill>
          <a:ln/>
        </p:spPr>
      </p:sp>
      <p:sp>
        <p:nvSpPr>
          <p:cNvPr id="81"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2"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3" name="mini slab gen 2"/>
          <p:cNvSpPr/>
          <p:nvPr/>
        </p:nvSpPr>
        <p:spPr>
          <a:xfrm>
            <a:off x="7141464" y="4636008"/>
            <a:ext cx="512064" cy="32004"/>
          </a:xfrm>
          <a:prstGeom prst="rect">
            <a:avLst/>
          </a:prstGeom>
          <a:solidFill>
            <a:srgbClr val="52514E"/>
          </a:solidFill>
          <a:ln/>
        </p:spPr>
      </p:sp>
      <p:sp>
        <p:nvSpPr>
          <p:cNvPr id="84"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5"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6"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7" name="mini wall gen 3"/>
          <p:cNvSpPr/>
          <p:nvPr/>
        </p:nvSpPr>
        <p:spPr>
          <a:xfrm>
            <a:off x="7763256" y="4636008"/>
            <a:ext cx="32004" cy="384048"/>
          </a:xfrm>
          <a:prstGeom prst="rect">
            <a:avLst/>
          </a:prstGeom>
          <a:solidFill>
            <a:srgbClr val="52514E"/>
          </a:solidFill>
          <a:ln/>
        </p:spPr>
      </p:sp>
      <p:sp>
        <p:nvSpPr>
          <p:cNvPr id="88"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89"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0"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1"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2" name="mini slab gen 4"/>
          <p:cNvSpPr/>
          <p:nvPr/>
        </p:nvSpPr>
        <p:spPr>
          <a:xfrm>
            <a:off x="8385048" y="4636008"/>
            <a:ext cx="512064" cy="32004"/>
          </a:xfrm>
          <a:prstGeom prst="rect">
            <a:avLst/>
          </a:prstGeom>
          <a:solidFill>
            <a:srgbClr val="52514E"/>
          </a:solidFill>
          <a:ln/>
        </p:spPr>
      </p:sp>
      <p:sp>
        <p:nvSpPr>
          <p:cNvPr id="93"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4"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5"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6"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7"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8" name="mini slab gen 5"/>
          <p:cNvSpPr/>
          <p:nvPr/>
        </p:nvSpPr>
        <p:spPr>
          <a:xfrm>
            <a:off x="9006840" y="4636008"/>
            <a:ext cx="512064" cy="32004"/>
          </a:xfrm>
          <a:prstGeom prst="rect">
            <a:avLst/>
          </a:prstGeom>
          <a:solidFill>
            <a:srgbClr val="52514E"/>
          </a:solidFill>
          <a:ln/>
        </p:spPr>
      </p:sp>
      <p:sp>
        <p:nvSpPr>
          <p:cNvPr id="99"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0"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1"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2"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3"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4"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5" name="mini slab gen 6"/>
          <p:cNvSpPr/>
          <p:nvPr/>
        </p:nvSpPr>
        <p:spPr>
          <a:xfrm>
            <a:off x="9628632" y="4636008"/>
            <a:ext cx="512064" cy="32004"/>
          </a:xfrm>
          <a:prstGeom prst="rect">
            <a:avLst/>
          </a:prstGeom>
          <a:solidFill>
            <a:srgbClr val="52514E"/>
          </a:solidFill>
          <a:ln/>
        </p:spPr>
      </p:sp>
      <p:sp>
        <p:nvSpPr>
          <p:cNvPr id="106"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7"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8"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09"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0"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1"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2"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3" name="mini wall gen 7"/>
          <p:cNvSpPr/>
          <p:nvPr/>
        </p:nvSpPr>
        <p:spPr>
          <a:xfrm>
            <a:off x="10250424" y="4636008"/>
            <a:ext cx="32004" cy="384048"/>
          </a:xfrm>
          <a:prstGeom prst="rect">
            <a:avLst/>
          </a:prstGeom>
          <a:solidFill>
            <a:srgbClr val="52514E"/>
          </a:solidFill>
          <a:ln/>
        </p:spPr>
      </p:sp>
      <p:sp>
        <p:nvSpPr>
          <p:cNvPr id="114"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5"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6"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7"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8"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19"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0"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1"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2" name="mini slab gen 8"/>
          <p:cNvSpPr/>
          <p:nvPr/>
        </p:nvSpPr>
        <p:spPr>
          <a:xfrm>
            <a:off x="10872216" y="4636008"/>
            <a:ext cx="512064" cy="32004"/>
          </a:xfrm>
          <a:prstGeom prst="rect">
            <a:avLst/>
          </a:prstGeom>
          <a:solidFill>
            <a:srgbClr val="52514E"/>
          </a:solidFill>
          <a:ln/>
        </p:spPr>
      </p:sp>
      <p:sp>
        <p:nvSpPr>
          <p:cNvPr id="123"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4"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5"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6"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7"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8"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29"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0"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r>
              <a:rPr lang="en-US" sz="900" dirty="0">
                <a:solidFill>
                  <a:srgbClr val="52514E"/>
                </a:solidFill>
              </a:rPr>
              <a:t>generated vs a real model     </a:t>
            </a:r>
            <a:r>
              <a:rPr lang="en-US" sz="900" dirty="0">
                <a:solidFill>
                  <a:srgbClr val="2A78D6"/>
                </a:solidFill>
              </a:rPr>
              <a:t>● </a:t>
            </a:r>
            <a:r>
              <a:rPr lang="en-US" sz="900" dirty="0">
                <a:solidFill>
                  <a:srgbClr val="52514E"/>
                </a:solidFill>
              </a:rPr>
              <a:t>real vs real     </a:t>
            </a: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2026-10-07T02:40:17Z</dcterms:created>
  <dcterms:modified xsi:type="dcterms:W3CDTF">2026-10-07T02:40:17Z</dcterms:modified>
</cp:coreProperties>
</file>