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97c386-cac4-9b32-4772-b95465210eae}">
          <p14:sldIdLst>
            <p14:sldId id="256"/>
          </p14:sldIdLst>
        </p14:section>
        <p14:section name="Motivation" id="{1f7c0389-a1db-0479-1903-3b3a75219fbc}">
          <p14:sldIdLst>
            <p14:sldId id="257"/>
            <p14:sldId id="258"/>
            <p14:sldId id="259"/>
            <p14:sldId id="260"/>
            <p14:sldId id="261"/>
          </p14:sldIdLst>
        </p14:section>
        <p14:section name="The dataset" id="{84b369d3-87b3-93da-26f5-e36d94706415}">
          <p14:sldIdLst>
            <p14:sldId id="262"/>
            <p14:sldId id="263"/>
            <p14:sldId id="264"/>
          </p14:sldIdLst>
        </p14:section>
        <p14:section name="Experiments" id="{8ec7769c-64fd-db8e-9cbe-b27f028f51bf}">
          <p14:sldIdLst>
            <p14:sldId id="265"/>
            <p14:sldId id="266"/>
            <p14:sldId id="267"/>
          </p14:sldIdLst>
        </p14:section>
        <p14:section name="Use" id="{534c0141-2b3d-c4a9-7750-b3953b437f9b}">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 pipe, duct and cable tray in a building hangs from a support, and every one of those supports is designed by hand. We want machines to learn to design them. A learning machine needs problems to practise on, and in public there were none. So we built them. I'm Lavinia Pedrollo, from Stanford, and this is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from one project, under NDA: too few to practise on, and a method tuned on them only fits that project. So we generate the contexts, as many as a method needs, and we fix one benchmark to judge every method on.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feed up"/>
          <p:cNvSpPr/>
          <p:nvPr/>
        </p:nvSpPr>
        <p:spPr>
          <a:xfrm>
            <a:off x="7251192" y="3566160"/>
            <a:ext cx="0" cy="502920"/>
          </a:xfrm>
          <a:prstGeom prst="line">
            <a:avLst/>
          </a:prstGeom>
          <a:noFill/>
          <a:ln w="19050">
            <a:solidFill>
              <a:schemeClr val="accent1"/>
            </a:solidFill>
            <a:prstDash val="solid"/>
          </a:ln>
        </p:spPr>
      </p:sp>
      <p:sp>
        <p:nvSpPr>
          <p:cNvPr id="34" name="feed across"/>
          <p:cNvSpPr/>
          <p:nvPr/>
        </p:nvSpPr>
        <p:spPr>
          <a:xfrm>
            <a:off x="1600200" y="3566160"/>
            <a:ext cx="5650992" cy="0"/>
          </a:xfrm>
          <a:prstGeom prst="line">
            <a:avLst/>
          </a:prstGeom>
          <a:noFill/>
          <a:ln w="19050">
            <a:solidFill>
              <a:schemeClr val="accent1"/>
            </a:solidFill>
            <a:prstDash val="solid"/>
          </a:ln>
        </p:spPr>
      </p:sp>
      <p:sp>
        <p:nvSpPr>
          <p:cNvPr id="35" name="feed into context"/>
          <p:cNvSpPr/>
          <p:nvPr/>
        </p:nvSpPr>
        <p:spPr>
          <a:xfrm>
            <a:off x="1600200" y="3154680"/>
            <a:ext cx="0" cy="411480"/>
          </a:xfrm>
          <a:prstGeom prst="line">
            <a:avLst/>
          </a:prstGeom>
          <a:noFill/>
          <a:ln w="19050">
            <a:solidFill>
              <a:schemeClr val="accent1"/>
            </a:solidFill>
            <a:prstDash val="solid"/>
            <a:headEnd type="triangle"/>
          </a:ln>
        </p:spPr>
      </p:sp>
      <p:sp>
        <p:nvSpPr>
          <p:cNvPr id="36" name="label feed"/>
          <p:cNvSpPr txBox="1"/>
          <p:nvPr/>
        </p:nvSpPr>
        <p:spPr>
          <a:xfrm>
            <a:off x="1874520" y="3291840"/>
            <a:ext cx="5102352" cy="237744"/>
          </a:xfrm>
          <a:prstGeom prst="rect">
            <a:avLst/>
          </a:prstGeom>
          <a:noFill/>
          <a:ln/>
        </p:spPr>
        <p:txBody>
          <a:bodyPr wrap="square" lIns="0" tIns="0" rIns="0" bIns="0" rtlCol="0" anchor="ctr"/>
          <a:lstStyle/>
          <a:p>
            <a:pPr algn="ctr" indent="0" marL="0">
              <a:buNone/>
            </a:pPr>
            <a:r>
              <a:rPr lang="en-US" sz="1100" dirty="0">
                <a:solidFill>
                  <a:schemeClr val="accent1"/>
                </a:solidFill>
              </a:rPr>
              <a:t>a new context every round: thousands of them, each with the brief and no answer</a:t>
            </a:r>
            <a:endParaRPr lang="en-US" sz="1100" dirty="0"/>
          </a:p>
        </p:txBody>
      </p:sp>
      <p:sp>
        <p:nvSpPr>
          <p:cNvPr id="37" name="card real"/>
          <p:cNvSpPr/>
          <p:nvPr/>
        </p:nvSpPr>
        <p:spPr>
          <a:xfrm>
            <a:off x="548640" y="4069080"/>
            <a:ext cx="5394960" cy="1920240"/>
          </a:xfrm>
          <a:prstGeom prst="roundRect">
            <a:avLst>
              <a:gd name="adj" fmla="val 3333"/>
            </a:avLst>
          </a:prstGeom>
          <a:solidFill>
            <a:schemeClr val="bg2"/>
          </a:solidFill>
          <a:ln w="19050">
            <a:solidFill>
              <a:srgbClr val="EB6834"/>
            </a:solidFill>
            <a:prstDash val="solid"/>
          </a:ln>
        </p:spPr>
      </p:sp>
      <p:sp>
        <p:nvSpPr>
          <p:cNvPr id="38" name="card head real"/>
          <p:cNvSpPr txBox="1"/>
          <p:nvPr/>
        </p:nvSpPr>
        <p:spPr>
          <a:xfrm>
            <a:off x="777240"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9" name="card tag real"/>
          <p:cNvSpPr/>
          <p:nvPr/>
        </p:nvSpPr>
        <p:spPr>
          <a:xfrm>
            <a:off x="4251960" y="4206240"/>
            <a:ext cx="1463040" cy="274320"/>
          </a:xfrm>
          <a:prstGeom prst="roundRect">
            <a:avLst>
              <a:gd name="adj" fmla="val 50000"/>
            </a:avLst>
          </a:prstGeom>
          <a:solidFill>
            <a:srgbClr val="EB6834"/>
          </a:solidFill>
          <a:ln/>
        </p:spPr>
      </p:sp>
      <p:sp>
        <p:nvSpPr>
          <p:cNvPr id="40" name="card tag text real"/>
          <p:cNvSpPr txBox="1"/>
          <p:nvPr/>
        </p:nvSpPr>
        <p:spPr>
          <a:xfrm>
            <a:off x="4251960"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a:t>
            </a:r>
            <a:endParaRPr lang="en-US" sz="1050" dirty="0"/>
          </a:p>
        </p:txBody>
      </p:sp>
      <p:sp>
        <p:nvSpPr>
          <p:cNvPr id="41" name="card body real"/>
          <p:cNvSpPr txBox="1"/>
          <p:nvPr/>
        </p:nvSpPr>
        <p:spPr>
          <a:xfrm>
            <a:off x="777240"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2" name="mini card real 0"/>
          <p:cNvSpPr/>
          <p:nvPr/>
        </p:nvSpPr>
        <p:spPr>
          <a:xfrm>
            <a:off x="777240" y="4590288"/>
            <a:ext cx="548640" cy="475488"/>
          </a:xfrm>
          <a:prstGeom prst="rect">
            <a:avLst/>
          </a:prstGeom>
          <a:solidFill>
            <a:srgbClr val="FFFFFF"/>
          </a:solidFill>
          <a:ln w="6350">
            <a:solidFill>
              <a:srgbClr val="898781"/>
            </a:solidFill>
            <a:prstDash val="solid"/>
          </a:ln>
        </p:spPr>
      </p:sp>
      <p:sp>
        <p:nvSpPr>
          <p:cNvPr id="43" name="mini slab real 0"/>
          <p:cNvSpPr/>
          <p:nvPr/>
        </p:nvSpPr>
        <p:spPr>
          <a:xfrm>
            <a:off x="822960" y="4636008"/>
            <a:ext cx="457200" cy="32004"/>
          </a:xfrm>
          <a:prstGeom prst="rect">
            <a:avLst/>
          </a:prstGeom>
          <a:solidFill>
            <a:srgbClr val="52514E"/>
          </a:solidFill>
          <a:ln/>
        </p:spPr>
      </p:sp>
      <p:sp>
        <p:nvSpPr>
          <p:cNvPr id="44" name="mini real 0 0"/>
          <p:cNvSpPr/>
          <p:nvPr/>
        </p:nvSpPr>
        <p:spPr>
          <a:xfrm>
            <a:off x="907004" y="4709160"/>
            <a:ext cx="60512" cy="60512"/>
          </a:xfrm>
          <a:prstGeom prst="ellipse">
            <a:avLst/>
          </a:prstGeom>
          <a:solidFill>
            <a:srgbClr val="EB6834"/>
          </a:solidFill>
          <a:ln w="5080">
            <a:solidFill>
              <a:srgbClr val="FFFFFF"/>
            </a:solidFill>
            <a:prstDash val="solid"/>
          </a:ln>
        </p:spPr>
      </p:sp>
      <p:sp>
        <p:nvSpPr>
          <p:cNvPr id="45" name="mini real 0 1"/>
          <p:cNvSpPr/>
          <p:nvPr/>
        </p:nvSpPr>
        <p:spPr>
          <a:xfrm>
            <a:off x="1021304" y="4709160"/>
            <a:ext cx="60512" cy="60512"/>
          </a:xfrm>
          <a:prstGeom prst="ellipse">
            <a:avLst/>
          </a:prstGeom>
          <a:solidFill>
            <a:srgbClr val="EB6834"/>
          </a:solidFill>
          <a:ln w="5080">
            <a:solidFill>
              <a:srgbClr val="FFFFFF"/>
            </a:solidFill>
            <a:prstDash val="solid"/>
          </a:ln>
        </p:spPr>
      </p:sp>
      <p:sp>
        <p:nvSpPr>
          <p:cNvPr id="46" name="mini real 0 2"/>
          <p:cNvSpPr/>
          <p:nvPr/>
        </p:nvSpPr>
        <p:spPr>
          <a:xfrm>
            <a:off x="1135604" y="4709160"/>
            <a:ext cx="60512" cy="60512"/>
          </a:xfrm>
          <a:prstGeom prst="ellipse">
            <a:avLst/>
          </a:prstGeom>
          <a:solidFill>
            <a:srgbClr val="EB6834"/>
          </a:solidFill>
          <a:ln w="5080">
            <a:solidFill>
              <a:srgbClr val="FFFFFF"/>
            </a:solidFill>
            <a:prstDash val="solid"/>
          </a:ln>
        </p:spPr>
      </p:sp>
      <p:sp>
        <p:nvSpPr>
          <p:cNvPr id="47" name="mini card real 1"/>
          <p:cNvSpPr/>
          <p:nvPr/>
        </p:nvSpPr>
        <p:spPr>
          <a:xfrm>
            <a:off x="1344168" y="4590288"/>
            <a:ext cx="548640" cy="475488"/>
          </a:xfrm>
          <a:prstGeom prst="rect">
            <a:avLst/>
          </a:prstGeom>
          <a:solidFill>
            <a:srgbClr val="FFFFFF"/>
          </a:solidFill>
          <a:ln w="6350">
            <a:solidFill>
              <a:srgbClr val="898781"/>
            </a:solidFill>
            <a:prstDash val="solid"/>
          </a:ln>
        </p:spPr>
      </p:sp>
      <p:sp>
        <p:nvSpPr>
          <p:cNvPr id="48" name="mini slab real 1"/>
          <p:cNvSpPr/>
          <p:nvPr/>
        </p:nvSpPr>
        <p:spPr>
          <a:xfrm>
            <a:off x="1389888" y="4636008"/>
            <a:ext cx="457200" cy="32004"/>
          </a:xfrm>
          <a:prstGeom prst="rect">
            <a:avLst/>
          </a:prstGeom>
          <a:solidFill>
            <a:srgbClr val="52514E"/>
          </a:solidFill>
          <a:ln/>
        </p:spPr>
      </p:sp>
      <p:sp>
        <p:nvSpPr>
          <p:cNvPr id="49" name="mini real 1 0"/>
          <p:cNvSpPr/>
          <p:nvPr/>
        </p:nvSpPr>
        <p:spPr>
          <a:xfrm>
            <a:off x="1473932" y="4709160"/>
            <a:ext cx="60512" cy="60512"/>
          </a:xfrm>
          <a:prstGeom prst="ellipse">
            <a:avLst/>
          </a:prstGeom>
          <a:solidFill>
            <a:srgbClr val="EB6834"/>
          </a:solidFill>
          <a:ln w="5080">
            <a:solidFill>
              <a:srgbClr val="FFFFFF"/>
            </a:solidFill>
            <a:prstDash val="solid"/>
          </a:ln>
        </p:spPr>
      </p:sp>
      <p:sp>
        <p:nvSpPr>
          <p:cNvPr id="50" name="mini real 1 1"/>
          <p:cNvSpPr/>
          <p:nvPr/>
        </p:nvSpPr>
        <p:spPr>
          <a:xfrm>
            <a:off x="1588232" y="4709160"/>
            <a:ext cx="60512" cy="60512"/>
          </a:xfrm>
          <a:prstGeom prst="ellipse">
            <a:avLst/>
          </a:prstGeom>
          <a:solidFill>
            <a:srgbClr val="EB6834"/>
          </a:solidFill>
          <a:ln w="5080">
            <a:solidFill>
              <a:srgbClr val="FFFFFF"/>
            </a:solidFill>
            <a:prstDash val="solid"/>
          </a:ln>
        </p:spPr>
      </p:sp>
      <p:sp>
        <p:nvSpPr>
          <p:cNvPr id="51" name="mini real 1 2"/>
          <p:cNvSpPr/>
          <p:nvPr/>
        </p:nvSpPr>
        <p:spPr>
          <a:xfrm>
            <a:off x="1702532" y="4709160"/>
            <a:ext cx="60512" cy="60512"/>
          </a:xfrm>
          <a:prstGeom prst="ellipse">
            <a:avLst/>
          </a:prstGeom>
          <a:solidFill>
            <a:srgbClr val="EB6834"/>
          </a:solidFill>
          <a:ln w="5080">
            <a:solidFill>
              <a:srgbClr val="FFFFFF"/>
            </a:solidFill>
            <a:prstDash val="solid"/>
          </a:ln>
        </p:spPr>
      </p:sp>
      <p:sp>
        <p:nvSpPr>
          <p:cNvPr id="52" name="mini card real 2"/>
          <p:cNvSpPr/>
          <p:nvPr/>
        </p:nvSpPr>
        <p:spPr>
          <a:xfrm>
            <a:off x="1911096" y="4590288"/>
            <a:ext cx="548640" cy="475488"/>
          </a:xfrm>
          <a:prstGeom prst="rect">
            <a:avLst/>
          </a:prstGeom>
          <a:solidFill>
            <a:srgbClr val="FFFFFF"/>
          </a:solidFill>
          <a:ln w="6350">
            <a:solidFill>
              <a:srgbClr val="898781"/>
            </a:solidFill>
            <a:prstDash val="solid"/>
          </a:ln>
        </p:spPr>
      </p:sp>
      <p:sp>
        <p:nvSpPr>
          <p:cNvPr id="53" name="mini slab real 2"/>
          <p:cNvSpPr/>
          <p:nvPr/>
        </p:nvSpPr>
        <p:spPr>
          <a:xfrm>
            <a:off x="1956816" y="4636008"/>
            <a:ext cx="457200" cy="32004"/>
          </a:xfrm>
          <a:prstGeom prst="rect">
            <a:avLst/>
          </a:prstGeom>
          <a:solidFill>
            <a:srgbClr val="52514E"/>
          </a:solidFill>
          <a:ln/>
        </p:spPr>
      </p:sp>
      <p:sp>
        <p:nvSpPr>
          <p:cNvPr id="54" name="mini real 2 0"/>
          <p:cNvSpPr/>
          <p:nvPr/>
        </p:nvSpPr>
        <p:spPr>
          <a:xfrm>
            <a:off x="2040860" y="4709160"/>
            <a:ext cx="60512" cy="60512"/>
          </a:xfrm>
          <a:prstGeom prst="ellipse">
            <a:avLst/>
          </a:prstGeom>
          <a:solidFill>
            <a:srgbClr val="EB6834"/>
          </a:solidFill>
          <a:ln w="5080">
            <a:solidFill>
              <a:srgbClr val="FFFFFF"/>
            </a:solidFill>
            <a:prstDash val="solid"/>
          </a:ln>
        </p:spPr>
      </p:sp>
      <p:sp>
        <p:nvSpPr>
          <p:cNvPr id="55" name="mini real 2 1"/>
          <p:cNvSpPr/>
          <p:nvPr/>
        </p:nvSpPr>
        <p:spPr>
          <a:xfrm>
            <a:off x="2155160" y="4709160"/>
            <a:ext cx="60512" cy="60512"/>
          </a:xfrm>
          <a:prstGeom prst="ellipse">
            <a:avLst/>
          </a:prstGeom>
          <a:solidFill>
            <a:srgbClr val="EB6834"/>
          </a:solidFill>
          <a:ln w="5080">
            <a:solidFill>
              <a:srgbClr val="FFFFFF"/>
            </a:solidFill>
            <a:prstDash val="solid"/>
          </a:ln>
        </p:spPr>
      </p:sp>
      <p:sp>
        <p:nvSpPr>
          <p:cNvPr id="56" name="mini real 2 2"/>
          <p:cNvSpPr/>
          <p:nvPr/>
        </p:nvSpPr>
        <p:spPr>
          <a:xfrm>
            <a:off x="2269460" y="4709160"/>
            <a:ext cx="60512" cy="60512"/>
          </a:xfrm>
          <a:prstGeom prst="ellipse">
            <a:avLst/>
          </a:prstGeom>
          <a:solidFill>
            <a:srgbClr val="EB6834"/>
          </a:solidFill>
          <a:ln w="5080">
            <a:solidFill>
              <a:srgbClr val="FFFFFF"/>
            </a:solidFill>
            <a:prstDash val="solid"/>
          </a:ln>
        </p:spPr>
      </p:sp>
      <p:sp>
        <p:nvSpPr>
          <p:cNvPr id="57" name="mini card real 3"/>
          <p:cNvSpPr/>
          <p:nvPr/>
        </p:nvSpPr>
        <p:spPr>
          <a:xfrm>
            <a:off x="2478024" y="4590288"/>
            <a:ext cx="548640" cy="475488"/>
          </a:xfrm>
          <a:prstGeom prst="rect">
            <a:avLst/>
          </a:prstGeom>
          <a:solidFill>
            <a:srgbClr val="FFFFFF"/>
          </a:solidFill>
          <a:ln w="6350">
            <a:solidFill>
              <a:srgbClr val="898781"/>
            </a:solidFill>
            <a:prstDash val="solid"/>
          </a:ln>
        </p:spPr>
      </p:sp>
      <p:sp>
        <p:nvSpPr>
          <p:cNvPr id="58" name="mini slab real 3"/>
          <p:cNvSpPr/>
          <p:nvPr/>
        </p:nvSpPr>
        <p:spPr>
          <a:xfrm>
            <a:off x="2523744" y="4636008"/>
            <a:ext cx="457200" cy="32004"/>
          </a:xfrm>
          <a:prstGeom prst="rect">
            <a:avLst/>
          </a:prstGeom>
          <a:solidFill>
            <a:srgbClr val="52514E"/>
          </a:solidFill>
          <a:ln/>
        </p:spPr>
      </p:sp>
      <p:sp>
        <p:nvSpPr>
          <p:cNvPr id="59" name="mini real 3 0"/>
          <p:cNvSpPr/>
          <p:nvPr/>
        </p:nvSpPr>
        <p:spPr>
          <a:xfrm>
            <a:off x="2607788" y="4709160"/>
            <a:ext cx="60512" cy="60512"/>
          </a:xfrm>
          <a:prstGeom prst="ellipse">
            <a:avLst/>
          </a:prstGeom>
          <a:solidFill>
            <a:srgbClr val="EB6834"/>
          </a:solidFill>
          <a:ln w="5080">
            <a:solidFill>
              <a:srgbClr val="FFFFFF"/>
            </a:solidFill>
            <a:prstDash val="solid"/>
          </a:ln>
        </p:spPr>
      </p:sp>
      <p:sp>
        <p:nvSpPr>
          <p:cNvPr id="60" name="mini real 3 1"/>
          <p:cNvSpPr/>
          <p:nvPr/>
        </p:nvSpPr>
        <p:spPr>
          <a:xfrm>
            <a:off x="2722088" y="4709160"/>
            <a:ext cx="60512" cy="60512"/>
          </a:xfrm>
          <a:prstGeom prst="ellipse">
            <a:avLst/>
          </a:prstGeom>
          <a:solidFill>
            <a:srgbClr val="EB6834"/>
          </a:solidFill>
          <a:ln w="5080">
            <a:solidFill>
              <a:srgbClr val="FFFFFF"/>
            </a:solidFill>
            <a:prstDash val="solid"/>
          </a:ln>
        </p:spPr>
      </p:sp>
      <p:sp>
        <p:nvSpPr>
          <p:cNvPr id="61" name="mini real 3 2"/>
          <p:cNvSpPr/>
          <p:nvPr/>
        </p:nvSpPr>
        <p:spPr>
          <a:xfrm>
            <a:off x="2836388" y="4709160"/>
            <a:ext cx="60512" cy="60512"/>
          </a:xfrm>
          <a:prstGeom prst="ellipse">
            <a:avLst/>
          </a:prstGeom>
          <a:solidFill>
            <a:srgbClr val="EB6834"/>
          </a:solidFill>
          <a:ln w="5080">
            <a:solidFill>
              <a:srgbClr val="FFFFFF"/>
            </a:solidFill>
            <a:prstDash val="solid"/>
          </a:ln>
        </p:spPr>
      </p:sp>
      <p:sp>
        <p:nvSpPr>
          <p:cNvPr id="62" name="mini card real 4"/>
          <p:cNvSpPr/>
          <p:nvPr/>
        </p:nvSpPr>
        <p:spPr>
          <a:xfrm>
            <a:off x="3044952" y="4590288"/>
            <a:ext cx="548640" cy="475488"/>
          </a:xfrm>
          <a:prstGeom prst="rect">
            <a:avLst/>
          </a:prstGeom>
          <a:solidFill>
            <a:srgbClr val="FFFFFF"/>
          </a:solidFill>
          <a:ln w="6350">
            <a:solidFill>
              <a:srgbClr val="898781"/>
            </a:solidFill>
            <a:prstDash val="solid"/>
          </a:ln>
        </p:spPr>
      </p:sp>
      <p:sp>
        <p:nvSpPr>
          <p:cNvPr id="63" name="mini slab real 4"/>
          <p:cNvSpPr/>
          <p:nvPr/>
        </p:nvSpPr>
        <p:spPr>
          <a:xfrm>
            <a:off x="3090672" y="4636008"/>
            <a:ext cx="457200" cy="32004"/>
          </a:xfrm>
          <a:prstGeom prst="rect">
            <a:avLst/>
          </a:prstGeom>
          <a:solidFill>
            <a:srgbClr val="52514E"/>
          </a:solidFill>
          <a:ln/>
        </p:spPr>
      </p:sp>
      <p:sp>
        <p:nvSpPr>
          <p:cNvPr id="64" name="mini real 4 0"/>
          <p:cNvSpPr/>
          <p:nvPr/>
        </p:nvSpPr>
        <p:spPr>
          <a:xfrm>
            <a:off x="3174716" y="4709160"/>
            <a:ext cx="60512" cy="60512"/>
          </a:xfrm>
          <a:prstGeom prst="ellipse">
            <a:avLst/>
          </a:prstGeom>
          <a:solidFill>
            <a:srgbClr val="EB6834"/>
          </a:solidFill>
          <a:ln w="5080">
            <a:solidFill>
              <a:srgbClr val="FFFFFF"/>
            </a:solidFill>
            <a:prstDash val="solid"/>
          </a:ln>
        </p:spPr>
      </p:sp>
      <p:sp>
        <p:nvSpPr>
          <p:cNvPr id="65" name="mini real 4 1"/>
          <p:cNvSpPr/>
          <p:nvPr/>
        </p:nvSpPr>
        <p:spPr>
          <a:xfrm>
            <a:off x="3289016" y="4709160"/>
            <a:ext cx="60512" cy="60512"/>
          </a:xfrm>
          <a:prstGeom prst="ellipse">
            <a:avLst/>
          </a:prstGeom>
          <a:solidFill>
            <a:srgbClr val="EB6834"/>
          </a:solidFill>
          <a:ln w="5080">
            <a:solidFill>
              <a:srgbClr val="FFFFFF"/>
            </a:solidFill>
            <a:prstDash val="solid"/>
          </a:ln>
        </p:spPr>
      </p:sp>
      <p:sp>
        <p:nvSpPr>
          <p:cNvPr id="66" name="mini real 4 2"/>
          <p:cNvSpPr/>
          <p:nvPr/>
        </p:nvSpPr>
        <p:spPr>
          <a:xfrm>
            <a:off x="3403316" y="4709160"/>
            <a:ext cx="60512" cy="60512"/>
          </a:xfrm>
          <a:prstGeom prst="ellipse">
            <a:avLst/>
          </a:prstGeom>
          <a:solidFill>
            <a:srgbClr val="EB6834"/>
          </a:solidFill>
          <a:ln w="5080">
            <a:solidFill>
              <a:srgbClr val="FFFFFF"/>
            </a:solidFill>
            <a:prstDash val="solid"/>
          </a:ln>
        </p:spPr>
      </p:sp>
      <p:sp>
        <p:nvSpPr>
          <p:cNvPr id="67" name="mini card real 5"/>
          <p:cNvSpPr/>
          <p:nvPr/>
        </p:nvSpPr>
        <p:spPr>
          <a:xfrm>
            <a:off x="3611880" y="4590288"/>
            <a:ext cx="548640" cy="475488"/>
          </a:xfrm>
          <a:prstGeom prst="rect">
            <a:avLst/>
          </a:prstGeom>
          <a:solidFill>
            <a:srgbClr val="FFFFFF"/>
          </a:solidFill>
          <a:ln w="6350">
            <a:solidFill>
              <a:srgbClr val="898781"/>
            </a:solidFill>
            <a:prstDash val="solid"/>
          </a:ln>
        </p:spPr>
      </p:sp>
      <p:sp>
        <p:nvSpPr>
          <p:cNvPr id="68" name="mini slab real 5"/>
          <p:cNvSpPr/>
          <p:nvPr/>
        </p:nvSpPr>
        <p:spPr>
          <a:xfrm>
            <a:off x="3657600" y="4636008"/>
            <a:ext cx="457200" cy="32004"/>
          </a:xfrm>
          <a:prstGeom prst="rect">
            <a:avLst/>
          </a:prstGeom>
          <a:solidFill>
            <a:srgbClr val="52514E"/>
          </a:solidFill>
          <a:ln/>
        </p:spPr>
      </p:sp>
      <p:sp>
        <p:nvSpPr>
          <p:cNvPr id="69" name="mini real 5 0"/>
          <p:cNvSpPr/>
          <p:nvPr/>
        </p:nvSpPr>
        <p:spPr>
          <a:xfrm>
            <a:off x="3741644" y="4709160"/>
            <a:ext cx="60512" cy="60512"/>
          </a:xfrm>
          <a:prstGeom prst="ellipse">
            <a:avLst/>
          </a:prstGeom>
          <a:solidFill>
            <a:srgbClr val="EB6834"/>
          </a:solidFill>
          <a:ln w="5080">
            <a:solidFill>
              <a:srgbClr val="FFFFFF"/>
            </a:solidFill>
            <a:prstDash val="solid"/>
          </a:ln>
        </p:spPr>
      </p:sp>
      <p:sp>
        <p:nvSpPr>
          <p:cNvPr id="70" name="mini real 5 1"/>
          <p:cNvSpPr/>
          <p:nvPr/>
        </p:nvSpPr>
        <p:spPr>
          <a:xfrm>
            <a:off x="3855944" y="4709160"/>
            <a:ext cx="60512" cy="60512"/>
          </a:xfrm>
          <a:prstGeom prst="ellipse">
            <a:avLst/>
          </a:prstGeom>
          <a:solidFill>
            <a:srgbClr val="EB6834"/>
          </a:solidFill>
          <a:ln w="5080">
            <a:solidFill>
              <a:srgbClr val="FFFFFF"/>
            </a:solidFill>
            <a:prstDash val="solid"/>
          </a:ln>
        </p:spPr>
      </p:sp>
      <p:sp>
        <p:nvSpPr>
          <p:cNvPr id="71" name="mini real 5 2"/>
          <p:cNvSpPr/>
          <p:nvPr/>
        </p:nvSpPr>
        <p:spPr>
          <a:xfrm>
            <a:off x="3970244" y="4709160"/>
            <a:ext cx="60512" cy="60512"/>
          </a:xfrm>
          <a:prstGeom prst="ellipse">
            <a:avLst/>
          </a:prstGeom>
          <a:solidFill>
            <a:srgbClr val="EB6834"/>
          </a:solidFill>
          <a:ln w="5080">
            <a:solidFill>
              <a:srgbClr val="FFFFFF"/>
            </a:solidFill>
            <a:prstDash val="solid"/>
          </a:ln>
        </p:spPr>
      </p:sp>
      <p:sp>
        <p:nvSpPr>
          <p:cNvPr id="72" name="empty slot 6"/>
          <p:cNvSpPr/>
          <p:nvPr/>
        </p:nvSpPr>
        <p:spPr>
          <a:xfrm>
            <a:off x="4178808" y="4590288"/>
            <a:ext cx="548640" cy="475488"/>
          </a:xfrm>
          <a:prstGeom prst="rect">
            <a:avLst/>
          </a:prstGeom>
          <a:ln w="6350">
            <a:solidFill>
              <a:srgbClr val="898781"/>
            </a:solidFill>
            <a:prstDash val="dash"/>
          </a:ln>
        </p:spPr>
      </p:sp>
      <p:sp>
        <p:nvSpPr>
          <p:cNvPr id="73" name="empty slot 7"/>
          <p:cNvSpPr/>
          <p:nvPr/>
        </p:nvSpPr>
        <p:spPr>
          <a:xfrm>
            <a:off x="4745736" y="4590288"/>
            <a:ext cx="548640" cy="475488"/>
          </a:xfrm>
          <a:prstGeom prst="rect">
            <a:avLst/>
          </a:prstGeom>
          <a:ln w="6350">
            <a:solidFill>
              <a:srgbClr val="898781"/>
            </a:solidFill>
            <a:prstDash val="dash"/>
          </a:ln>
        </p:spPr>
      </p:sp>
      <p:sp>
        <p:nvSpPr>
          <p:cNvPr id="74" name="empty slot 8"/>
          <p:cNvSpPr/>
          <p:nvPr/>
        </p:nvSpPr>
        <p:spPr>
          <a:xfrm>
            <a:off x="5312664" y="4590288"/>
            <a:ext cx="548640" cy="475488"/>
          </a:xfrm>
          <a:prstGeom prst="rect">
            <a:avLst/>
          </a:prstGeom>
          <a:ln w="6350">
            <a:solidFill>
              <a:srgbClr val="898781"/>
            </a:solidFill>
            <a:prstDash val="dash"/>
          </a:ln>
        </p:spPr>
      </p:sp>
      <p:sp>
        <p:nvSpPr>
          <p:cNvPr id="75" name="card generated"/>
          <p:cNvSpPr/>
          <p:nvPr/>
        </p:nvSpPr>
        <p:spPr>
          <a:xfrm>
            <a:off x="6245352" y="4069080"/>
            <a:ext cx="5394960" cy="1920240"/>
          </a:xfrm>
          <a:prstGeom prst="roundRect">
            <a:avLst>
              <a:gd name="adj" fmla="val 3333"/>
            </a:avLst>
          </a:prstGeom>
          <a:solidFill>
            <a:schemeClr val="bg2"/>
          </a:solidFill>
          <a:ln w="19050">
            <a:solidFill>
              <a:schemeClr val="accent1"/>
            </a:solidFill>
            <a:prstDash val="solid"/>
          </a:ln>
        </p:spPr>
      </p:sp>
      <p:sp>
        <p:nvSpPr>
          <p:cNvPr id="76"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7" name="card tag generated"/>
          <p:cNvSpPr/>
          <p:nvPr/>
        </p:nvSpPr>
        <p:spPr>
          <a:xfrm>
            <a:off x="9948672" y="4206240"/>
            <a:ext cx="1463040" cy="274320"/>
          </a:xfrm>
          <a:prstGeom prst="roundRect">
            <a:avLst>
              <a:gd name="adj" fmla="val 50000"/>
            </a:avLst>
          </a:prstGeom>
          <a:solidFill>
            <a:schemeClr val="accent1"/>
          </a:solidFill>
          <a:ln/>
        </p:spPr>
      </p:sp>
      <p:sp>
        <p:nvSpPr>
          <p:cNvPr id="78" name="card tag text generated"/>
          <p:cNvSpPr txBox="1"/>
          <p:nvPr/>
        </p:nvSpPr>
        <p:spPr>
          <a:xfrm>
            <a:off x="9948672"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a:t>
            </a:r>
            <a:endParaRPr lang="en-US" sz="1050" dirty="0"/>
          </a:p>
        </p:txBody>
      </p:sp>
      <p:sp>
        <p:nvSpPr>
          <p:cNvPr id="79" name="card body generated"/>
          <p:cNvSpPr txBox="1"/>
          <p:nvPr/>
        </p:nvSpPr>
        <p:spPr>
          <a:xfrm>
            <a:off x="6473952"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0"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1" name="mini slab gen 1"/>
          <p:cNvSpPr/>
          <p:nvPr/>
        </p:nvSpPr>
        <p:spPr>
          <a:xfrm>
            <a:off x="6519672" y="4636008"/>
            <a:ext cx="512064" cy="32004"/>
          </a:xfrm>
          <a:prstGeom prst="rect">
            <a:avLst/>
          </a:prstGeom>
          <a:solidFill>
            <a:srgbClr val="52514E"/>
          </a:solidFill>
          <a:ln/>
        </p:spPr>
      </p:sp>
      <p:sp>
        <p:nvSpPr>
          <p:cNvPr id="82"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3"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4" name="mini slab gen 2"/>
          <p:cNvSpPr/>
          <p:nvPr/>
        </p:nvSpPr>
        <p:spPr>
          <a:xfrm>
            <a:off x="7141464" y="4636008"/>
            <a:ext cx="512064" cy="32004"/>
          </a:xfrm>
          <a:prstGeom prst="rect">
            <a:avLst/>
          </a:prstGeom>
          <a:solidFill>
            <a:srgbClr val="52514E"/>
          </a:solidFill>
          <a:ln/>
        </p:spPr>
      </p:sp>
      <p:sp>
        <p:nvSpPr>
          <p:cNvPr id="85"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6"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7"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8" name="mini wall gen 3"/>
          <p:cNvSpPr/>
          <p:nvPr/>
        </p:nvSpPr>
        <p:spPr>
          <a:xfrm>
            <a:off x="7763256" y="4636008"/>
            <a:ext cx="32004" cy="384048"/>
          </a:xfrm>
          <a:prstGeom prst="rect">
            <a:avLst/>
          </a:prstGeom>
          <a:solidFill>
            <a:srgbClr val="52514E"/>
          </a:solidFill>
          <a:ln/>
        </p:spPr>
      </p:sp>
      <p:sp>
        <p:nvSpPr>
          <p:cNvPr id="89"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0"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1"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2"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3" name="mini slab gen 4"/>
          <p:cNvSpPr/>
          <p:nvPr/>
        </p:nvSpPr>
        <p:spPr>
          <a:xfrm>
            <a:off x="8385048" y="4636008"/>
            <a:ext cx="512064" cy="32004"/>
          </a:xfrm>
          <a:prstGeom prst="rect">
            <a:avLst/>
          </a:prstGeom>
          <a:solidFill>
            <a:srgbClr val="52514E"/>
          </a:solidFill>
          <a:ln/>
        </p:spPr>
      </p:sp>
      <p:sp>
        <p:nvSpPr>
          <p:cNvPr id="94"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5"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6"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7"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8"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9" name="mini slab gen 5"/>
          <p:cNvSpPr/>
          <p:nvPr/>
        </p:nvSpPr>
        <p:spPr>
          <a:xfrm>
            <a:off x="9006840" y="4636008"/>
            <a:ext cx="512064" cy="32004"/>
          </a:xfrm>
          <a:prstGeom prst="rect">
            <a:avLst/>
          </a:prstGeom>
          <a:solidFill>
            <a:srgbClr val="52514E"/>
          </a:solidFill>
          <a:ln/>
        </p:spPr>
      </p:sp>
      <p:sp>
        <p:nvSpPr>
          <p:cNvPr id="100"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1"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2"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3"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4"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5"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6" name="mini slab gen 6"/>
          <p:cNvSpPr/>
          <p:nvPr/>
        </p:nvSpPr>
        <p:spPr>
          <a:xfrm>
            <a:off x="9628632" y="4636008"/>
            <a:ext cx="512064" cy="32004"/>
          </a:xfrm>
          <a:prstGeom prst="rect">
            <a:avLst/>
          </a:prstGeom>
          <a:solidFill>
            <a:srgbClr val="52514E"/>
          </a:solidFill>
          <a:ln/>
        </p:spPr>
      </p:sp>
      <p:sp>
        <p:nvSpPr>
          <p:cNvPr id="107"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8"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9"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0"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1"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2"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3"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4" name="mini wall gen 7"/>
          <p:cNvSpPr/>
          <p:nvPr/>
        </p:nvSpPr>
        <p:spPr>
          <a:xfrm>
            <a:off x="10250424" y="4636008"/>
            <a:ext cx="32004" cy="384048"/>
          </a:xfrm>
          <a:prstGeom prst="rect">
            <a:avLst/>
          </a:prstGeom>
          <a:solidFill>
            <a:srgbClr val="52514E"/>
          </a:solidFill>
          <a:ln/>
        </p:spPr>
      </p:sp>
      <p:sp>
        <p:nvSpPr>
          <p:cNvPr id="115"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6"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7"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8"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9"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0"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1"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2"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3" name="mini slab gen 8"/>
          <p:cNvSpPr/>
          <p:nvPr/>
        </p:nvSpPr>
        <p:spPr>
          <a:xfrm>
            <a:off x="10872216" y="4636008"/>
            <a:ext cx="512064" cy="32004"/>
          </a:xfrm>
          <a:prstGeom prst="rect">
            <a:avLst/>
          </a:prstGeom>
          <a:solidFill>
            <a:srgbClr val="52514E"/>
          </a:solidFill>
          <a:ln/>
        </p:spPr>
      </p:sp>
      <p:sp>
        <p:nvSpPr>
          <p:cNvPr id="124"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5"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6"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7"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8"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9"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0"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1"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real designs we had sat in one corner of the design space, so we generate the whole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2026-10-07T01:51:45Z</dcterms:created>
  <dcterms:modified xsi:type="dcterms:W3CDTF">2026-10-07T01:51:45Z</dcterms:modified>
</cp:coreProperties>
</file>