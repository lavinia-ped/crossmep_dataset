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76b8d9b-b26a-c203-ce33-1d2e139bc47d}">
          <p14:sldIdLst>
            <p14:sldId id="256"/>
          </p14:sldIdLst>
        </p14:section>
        <p14:section name="Motivation" id="{4a9490e0-d710-0a1e-1bbe-e8216f255ad4}">
          <p14:sldIdLst>
            <p14:sldId id="257"/>
            <p14:sldId id="258"/>
            <p14:sldId id="259"/>
            <p14:sldId id="260"/>
            <p14:sldId id="261"/>
          </p14:sldIdLst>
        </p14:section>
        <p14:section name="The dataset" id="{653e4263-ec41-4832-0ae2-f658d5f2f78e}">
          <p14:sldIdLst>
            <p14:sldId id="262"/>
            <p14:sldId id="263"/>
            <p14:sldId id="264"/>
            <p14:sldId id="265"/>
            <p14:sldId id="266"/>
          </p14:sldIdLst>
        </p14:section>
        <p14:section name="Experiments" id="{b3b4bb02-4e87-d671-7d66-af298a75ec50}">
          <p14:sldIdLst>
            <p14:sldId id="267"/>
            <p14:sldId id="268"/>
            <p14:sldId id="269"/>
          </p14:sldIdLst>
        </p14:section>
        <p14:section name="Use" id="{30f03894-345b-6eb3-e981-e64c45443ac6}">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isarc note"/>
          <p:cNvSpPr txBox="1"/>
          <p:nvPr/>
        </p:nvSpPr>
        <p:spPr>
          <a:xfrm>
            <a:off x="548640" y="6108192"/>
            <a:ext cx="5486400" cy="228600"/>
          </a:xfrm>
          <a:prstGeom prst="rect">
            <a:avLst/>
          </a:prstGeom>
          <a:noFill/>
          <a:ln/>
        </p:spPr>
        <p:txBody>
          <a:bodyPr wrap="square" lIns="0" tIns="0" rIns="0" bIns="0" rtlCol="0" anchor="t"/>
          <a:lstStyle/>
          <a:p>
            <a:pPr indent="0" marL="0">
              <a:buNone/>
            </a:pPr>
            <a:r>
              <a:rPr lang="en-US" sz="1100" dirty="0">
                <a:solidFill>
                  <a:srgbClr val="52514E"/>
                </a:solidFill>
              </a:rPr>
              <a:t>The synthesis problem as defined at ISARC 2026.</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practice"/>
          <p:cNvSpPr txBox="1"/>
          <p:nvPr/>
        </p:nvSpPr>
        <p:spPr>
          <a:xfrm>
            <a:off x="7772400" y="1508760"/>
            <a:ext cx="365760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a:t>
            </a:r>
            <a:endParaRPr lang="en-US" sz="15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2026-10-06T22:37:15Z</dcterms:created>
  <dcterms:modified xsi:type="dcterms:W3CDTF">2026-10-06T22:37:15Z</dcterms:modified>
</cp:coreProperties>
</file>