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1b6d9c-56d5-f91f-1381-3a955c152bcd}">
          <p14:sldIdLst>
            <p14:sldId id="256"/>
          </p14:sldIdLst>
        </p14:section>
        <p14:section name="Motivation" id="{02f0e3e0-5816-8845-29ae-2722d9f0aa4d}">
          <p14:sldIdLst>
            <p14:sldId id="257"/>
            <p14:sldId id="258"/>
            <p14:sldId id="259"/>
          </p14:sldIdLst>
        </p14:section>
        <p14:section name="The dataset" id="{57215155-aa2d-eff5-a6a3-5a61810bd123}">
          <p14:sldIdLst>
            <p14:sldId id="260"/>
            <p14:sldId id="261"/>
            <p14:sldId id="262"/>
            <p14:sldId id="263"/>
            <p14:sldId id="264"/>
          </p14:sldIdLst>
        </p14:section>
        <p14:section name="Experiments" id="{a70baab3-c231-ad61-af91-e9928648d7bf}">
          <p14:sldIdLst>
            <p14:sldId id="265"/>
            <p14:sldId id="266"/>
            <p14:sldId id="267"/>
          </p14:sldIdLst>
        </p14:section>
        <p14:section name="Use" id="{6816cbe2-03ef-006b-635b-fd72e3d5f12b}">
          <p14:sldIdLst>
            <p14:sldId id="268"/>
            <p14:sldId id="269"/>
            <p14:sldId id="270"/>
            <p14:sldId id="271"/>
          </p14:sldIdLst>
        </p14:section>
        <p14:section name="Appendix" id="{15802603-c737-0810-f18e-99de15b8193a}">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help coordinate the model and check a design, but choosing the layout and the parts is still manual. It takes judgment, interacting rules, and ever-changing catalogs.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teach a machine this, you need many examples, 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32 millimeters. That is above the 8 a perfect generator would show, so not a perfect match, but about as close as the duplex's own two models are to each other. A fixed 25-millimeter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17 shows two more sections. Before the talk: open the studio once with internet, set its link sharing to public, scan the QR from a phone not logged in.] (6:50)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8"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9"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19"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0"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1"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1"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2026-10-06T20:41:24Z</dcterms:created>
  <dcterms:modified xsi:type="dcterms:W3CDTF">2026-10-06T20:41:24Z</dcterms:modified>
</cp:coreProperties>
</file>