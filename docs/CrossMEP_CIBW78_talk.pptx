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9b7c69-941a-d664-a0a6-e9462303d2d3}">
          <p14:sldIdLst>
            <p14:sldId id="256"/>
          </p14:sldIdLst>
        </p14:section>
        <p14:section name="Motivation" id="{3b8f83d0-925f-fbdb-d0ae-7a3651068010}">
          <p14:sldIdLst>
            <p14:sldId id="257"/>
            <p14:sldId id="258"/>
            <p14:sldId id="259"/>
            <p14:sldId id="260"/>
            <p14:sldId id="261"/>
          </p14:sldIdLst>
        </p14:section>
        <p14:section name="The dataset" id="{94cba26a-e6fc-2d4c-de00-a2ba8e0c147c}">
          <p14:sldIdLst>
            <p14:sldId id="262"/>
            <p14:sldId id="263"/>
            <p14:sldId id="264"/>
            <p14:sldId id="265"/>
            <p14:sldId id="266"/>
          </p14:sldIdLst>
        </p14:section>
        <p14:section name="Experiments" id="{ee5575c6-37cd-73dc-d847-3106d5153710}">
          <p14:sldIdLst>
            <p14:sldId id="267"/>
            <p14:sldId id="268"/>
            <p14:sldId id="269"/>
          </p14:sldIdLst>
        </p14:section>
        <p14:section name="Use" id="{7c59a61a-3ecb-9aae-5c8c-dc8d48bc658c}">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2026-10-06T23:13:36Z</dcterms:created>
  <dcterms:modified xsi:type="dcterms:W3CDTF">2026-10-06T23:13:36Z</dcterms:modified>
</cp:coreProperties>
</file>