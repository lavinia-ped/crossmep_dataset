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f9f7ff-88d0-815e-977e-921b4825ca9d}">
          <p14:sldIdLst>
            <p14:sldId id="256"/>
          </p14:sldIdLst>
        </p14:section>
        <p14:section name="Motivation" id="{f59603e7-eb3f-e8b0-ae36-1d4d9780f69b}">
          <p14:sldIdLst>
            <p14:sldId id="257"/>
            <p14:sldId id="258"/>
            <p14:sldId id="259"/>
            <p14:sldId id="260"/>
          </p14:sldIdLst>
        </p14:section>
        <p14:section name="The dataset" id="{8635cb3a-0985-fac6-02e0-9ef048966470}">
          <p14:sldIdLst>
            <p14:sldId id="261"/>
            <p14:sldId id="262"/>
            <p14:sldId id="263"/>
            <p14:sldId id="264"/>
            <p14:sldId id="265"/>
          </p14:sldIdLst>
        </p14:section>
        <p14:section name="Experiments" id="{8126c942-6515-c622-7dd8-4dcdd1accb35}">
          <p14:sldIdLst>
            <p14:sldId id="266"/>
            <p14:sldId id="267"/>
            <p14:sldId id="268"/>
          </p14:sldIdLst>
        </p14:section>
        <p14:section name="Use" id="{9fb13e76-6dd3-4563-fbd1-2c6290d770dc}">
          <p14:sldIdLst>
            <p14:sldId id="269"/>
            <p14:sldId id="270"/>
            <p14:sldId id="271"/>
            <p14:sldId id="272"/>
          </p14:sldIdLst>
        </p14:section>
        <p14:section name="Appendix" id="{ec553587-b12e-489b-0c3a-57873fd6345d}">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brief: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Out come verified designs, ranked by cost. Whatever sits in that black box, it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idea behind CrossMEP. The real designs we had were few, and they sat in one corner of the design space: one kind of project, one trade mix. A method tuned to them measures fit to that project, and project models are proprietary anyway. So we generate. CrossMEP covers the space by construction: uniform over the tiers, or shaped to whatever mix you ask for. Seven thousand contexts in eight tiers, deliberately unlabeled, every constant sourced or declared, and all of it open.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(5:05)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right, the distances. Generator to clinic: 32 millimeters. That is above the 8 a perfect generator would show, so not a perfect match, but about as close as the duplex's own two models are to each other. A fixed 25-millimeter gap would be about 190 off.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2026-10-06T21:32:52Z</dcterms:created>
  <dcterms:modified xsi:type="dcterms:W3CDTF">2026-10-06T21:32:52Z</dcterms:modified>
</cp:coreProperties>
</file>