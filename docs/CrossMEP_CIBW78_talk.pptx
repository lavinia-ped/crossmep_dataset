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e1afe3-a823-4255-9608-39023fa2363f}">
          <p14:sldIdLst>
            <p14:sldId id="256"/>
          </p14:sldIdLst>
        </p14:section>
        <p14:section name="Motivation" id="{6e67dcb6-a399-d06d-1bd0-da367e61f274}">
          <p14:sldIdLst>
            <p14:sldId id="257"/>
            <p14:sldId id="258"/>
            <p14:sldId id="259"/>
            <p14:sldId id="260"/>
          </p14:sldIdLst>
        </p14:section>
        <p14:section name="The dataset" id="{6d75c548-553a-c7dd-bd8c-6056f11ca4b4}">
          <p14:sldIdLst>
            <p14:sldId id="261"/>
            <p14:sldId id="262"/>
            <p14:sldId id="263"/>
            <p14:sldId id="264"/>
            <p14:sldId id="265"/>
          </p14:sldIdLst>
        </p14:section>
        <p14:section name="Experiments" id="{6d43f88d-be2f-835f-3355-424698a4ddb9}">
          <p14:sldIdLst>
            <p14:sldId id="266"/>
            <p14:sldId id="267"/>
            <p14:sldId id="268"/>
          </p14:sldIdLst>
        </p14:section>
        <p14:section name="Use" id="{fea792df-5679-e342-e44a-203daf60c439}">
          <p14:sldIdLst>
            <p14:sldId id="269"/>
            <p14:sldId id="270"/>
            <p14:sldId id="271"/>
            <p14:sldId id="272"/>
          </p14:sldIdLst>
        </p14:section>
        <p14:section name="Appendix" id="{f19ce314-4422-d3ab-a5cf-67ae5898172f}">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brief: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Out come verified designs, ranked by cost. Whatever sits in that black box, it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idea behind CrossMEP. The real designs we had were few, and they sat in one corner of the design space: one kind of project, one trade mix. A method tuned to them measures fit to that project. So we generate. CrossMEP covers the space by construction, and without limit: a new seed is a new set of problems, uniform over the tiers, or shaped to whatever mix you ask for. The seven thousand contexts in eight tiers are the release, not the ceiling: deliberately unlabeled, every constant sourced or declared, and all of it open.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Loads are computed in code from all of this.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right, the distances. Generator to clinic: 32 millimeters. That is above the 8 a perfect generator would show, so not a perfect match, but about as close as the duplex's own two models are to each other. A fixed 25-millimeter gap would be about 190 off.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2026-10-06T21:34:38Z</dcterms:created>
  <dcterms:modified xsi:type="dcterms:W3CDTF">2026-10-06T21:34:38Z</dcterms:modified>
</cp:coreProperties>
</file>