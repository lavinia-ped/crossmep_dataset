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5f3c1d-c380-a6a4-18a6-b977126011d9}">
          <p14:sldIdLst>
            <p14:sldId id="256"/>
          </p14:sldIdLst>
        </p14:section>
        <p14:section name="Motivation" id="{acade001-3c0d-0fd1-29c9-67a0ea581c0a}">
          <p14:sldIdLst>
            <p14:sldId id="257"/>
            <p14:sldId id="258"/>
            <p14:sldId id="259"/>
          </p14:sldIdLst>
        </p14:section>
        <p14:section name="The dataset" id="{73343f88-bc53-41b1-4bc8-3d900e2eb1a0}">
          <p14:sldIdLst>
            <p14:sldId id="260"/>
            <p14:sldId id="261"/>
            <p14:sldId id="262"/>
            <p14:sldId id="263"/>
            <p14:sldId id="264"/>
          </p14:sldIdLst>
        </p14:section>
        <p14:section name="Experiments" id="{6442129f-f8dd-e9ff-355e-54e88ca28ae0}">
          <p14:sldIdLst>
            <p14:sldId id="265"/>
            <p14:sldId id="266"/>
            <p14:sldId id="267"/>
          </p14:sldIdLst>
        </p14:section>
        <p14:section name="Use" id="{3d1e51c7-5c52-9a6e-8d81-dac0c0239b26}">
          <p14:sldIdLst>
            <p14:sldId id="268"/>
            <p14:sldId id="269"/>
            <p14:sldId id="270"/>
            <p14:sldId id="271"/>
          </p14:sldIdLst>
        </p14:section>
        <p14:section name="Appendix" id="{7eceff1c-2356-f682-60b2-f5e3c18d4de1}">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Stanford's Center for Integrated Facility Engineering. Today I'll show you CrossMEP, built with David Gvadzabia, Torben Graeber and Martin Fischer. It's a dataset of the problems a support designer solves, made so we can train and test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problem.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but they give you the scale.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Each comes from a cited source or is declared a design choice. Pipes follow the European steel pipe standards, filled with water, at ASME B31.1 spans. Insulation follows the German GEG, and a condensation schedule for chilled water. Trays and conduits follow IEC standards, ducts European sizes with a manufacturer's weight table. Loads are computed in code, and pure choices, like the trade mix, are labeled as choices. (3:25)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Mostly pipes, then conduits, trays and ducts. Four in five hang from a ceiling, one in five from a wall. Everything is plain JSON with a schema and a datasheet.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experiments. The first is a design check, not a discovery: does difficulty grow with the tier? The count is fixed by construction, and load and congestion follow from the rules, so this shows the dataset behaves as designed. The load at the support rises at every step, from 0.1 to 1.7 kilonewtons. The closest gap shrinks from 120 to about 62 millimeters, but widens again at C6, where elements start stacking in two or three rows. So: report methods tier by tier.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28 millimeters. That is above the 8 a perfect generator would show, so not a perfect match, but about as close as the duplex's own two models are to each other. A fixed 25-millimeter gap would be about 190 off.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is a use of the dataset, not a test of it: what must a catalog of clamps cover? Our paper's two-size catalog attaches 11.6 percent of the pipes, with an interval of 10 to 13, all one size, DN40. Load is never the limit, and trays, ducts and conduits aren't covered at all. On the right is what the dataset asks of any catalog: two well-placed sizes could attach 43 percent, six sizes 80, twelve sizes every pipe. So 'what should the catalog contain' becomes a measurement.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(6:55)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2026-10-06T19:28:57Z</dcterms:created>
  <dcterms:modified xsi:type="dcterms:W3CDTF">2026-10-06T19:28:57Z</dcterms:modified>
</cp:coreProperties>
</file>