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19b1dd-9bde-542a-de63-f1b60ef8eebb}">
          <p14:sldIdLst>
            <p14:sldId id="256"/>
          </p14:sldIdLst>
        </p14:section>
        <p14:section name="Motivation" id="{bc2681ef-5355-a865-9fac-73b550e01649}">
          <p14:sldIdLst>
            <p14:sldId id="257"/>
            <p14:sldId id="258"/>
            <p14:sldId id="259"/>
          </p14:sldIdLst>
        </p14:section>
        <p14:section name="The dataset" id="{7e3d5f0c-e114-ec5d-91ea-19b92d958cf5}">
          <p14:sldIdLst>
            <p14:sldId id="260"/>
            <p14:sldId id="261"/>
            <p14:sldId id="262"/>
            <p14:sldId id="263"/>
            <p14:sldId id="264"/>
          </p14:sldIdLst>
        </p14:section>
        <p14:section name="Experiments" id="{227babb1-eddf-d202-4db9-5141d570910b}">
          <p14:sldIdLst>
            <p14:sldId id="265"/>
            <p14:sldId id="266"/>
            <p14:sldId id="267"/>
          </p14:sldIdLst>
        </p14:section>
        <p14:section name="Use" id="{380cd82d-b7dd-f40a-864f-1c98181bbe3d}">
          <p14:sldIdLst>
            <p14:sldId id="268"/>
            <p14:sldId id="269"/>
            <p14:sldId id="270"/>
            <p14:sldId id="271"/>
          </p14:sldIdLst>
        </p14:section>
        <p14:section name="Appendix" id="{a007e22d-99f7-c498-1b46-2a31c895fc5c}">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help coordinate the model and check a design, but choosing the layout and the parts is still manual. It takes judgment, interacting rules, and ever-changing catalogs.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teach a machine this, you need many examples, 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at every step, from 0.1 to 1.7 kilonewtons. The closest gap shrinks from 120 to about 62 millimeters, but widens again at C6, where elements start stacking in two or three rows. So: report methods tier by tier.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28 millimeters. That is above the 8 a perfect generator would show, so not a perfect match, but about as close as the duplex's own two models are to each other. A fixed 25-millimeter gap would be about 190 off.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11.6 percent of the pipes, with an interval of 10 to 13, all one size, DN40. Load is never the limit, and trays, ducts and conduits aren't covered at all. On the right is what the dataset asks of any catalog: two well-placed sizes could attach 43 percent, six sizes 80, twelve sizes every pipe. So 'what should the catalog contain' becomes a measurement.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(6:55)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overall,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9;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0.10 kN at C1 to 1.71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28 mm off; the small duplex is 70 to 85</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2026-10-06T19:50:19Z</dcterms:created>
  <dcterms:modified xsi:type="dcterms:W3CDTF">2026-10-06T19:50:19Z</dcterms:modified>
</cp:coreProperties>
</file>