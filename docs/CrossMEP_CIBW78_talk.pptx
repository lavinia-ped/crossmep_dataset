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ac0653-a41a-33f5-6b5d-37467d25163c}">
          <p14:sldIdLst>
            <p14:sldId id="256"/>
          </p14:sldIdLst>
        </p14:section>
        <p14:section name="Motivation" id="{46b6629c-60c0-9abe-1faf-a6dde6a84244}">
          <p14:sldIdLst>
            <p14:sldId id="257"/>
            <p14:sldId id="258"/>
            <p14:sldId id="259"/>
            <p14:sldId id="260"/>
          </p14:sldIdLst>
        </p14:section>
        <p14:section name="The dataset" id="{6988c8fc-c5a3-99f4-bc44-54b62fb8c7a5}">
          <p14:sldIdLst>
            <p14:sldId id="261"/>
            <p14:sldId id="262"/>
            <p14:sldId id="263"/>
            <p14:sldId id="264"/>
            <p14:sldId id="265"/>
          </p14:sldIdLst>
        </p14:section>
        <p14:section name="Experiments" id="{ae2329e8-53e4-c805-f436-cf41d0646b77}">
          <p14:sldIdLst>
            <p14:sldId id="266"/>
            <p14:sldId id="267"/>
            <p14:sldId id="268"/>
          </p14:sldIdLst>
        </p14:section>
        <p14:section name="Use" id="{27d8e8a0-dfa3-6bd8-7c33-04245facefd1}">
          <p14:sldIdLst>
            <p14:sldId id="269"/>
            <p14:sldId id="270"/>
            <p14:sldId id="271"/>
            <p14:sldId id="272"/>
          </p14:sldIdLst>
        </p14:section>
        <p14:section name="Appendix" id="{21758f25-c35d-d6c4-0388-29614f98d7cb}">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coordinate and check; choosing the layout and the parts is still manual.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Think of it as a pipeline. On the left, the brief: the context, and a catalog of parts with prices. The rules say which actions are legal in a given state; each action adds parts. In the middle, a black box chooses the next action. It could be a rule table, a search, or a learned policy; the pipeline doesn't care. A verifier judges every finished design, statics, anchors, buildability, and feeds pass or fail back. Out come verified designs, ranked by cost. Whatever sits in that black box, it needs problems to learn from, a fixed set to compare on, and problems that look like practice.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32 millimeters. That is above the 8 a perfect generator would show, so not a perfect match, but about as close as the duplex's own two models are to each other. A fixed 25-millimeter gap would be about 190 off.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18 shows two more sections. Before the talk: open the studio once with internet, set its link sharing to public, scan the QR from a phone not logged in.]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9"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0"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0"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1"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2"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4"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2026-10-06T21:26:18Z</dcterms:created>
  <dcterms:modified xsi:type="dcterms:W3CDTF">2026-10-06T21:26:18Z</dcterms:modified>
</cp:coreProperties>
</file>