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466766-735a-cf2e-8aa9-b2112eaf6a3c}">
          <p14:sldIdLst>
            <p14:sldId id="256"/>
          </p14:sldIdLst>
        </p14:section>
        <p14:section name="Motivation" id="{0cfeaa64-8bf8-6ebf-024f-ea4ec869b525}">
          <p14:sldIdLst>
            <p14:sldId id="257"/>
            <p14:sldId id="258"/>
            <p14:sldId id="259"/>
            <p14:sldId id="260"/>
            <p14:sldId id="261"/>
          </p14:sldIdLst>
        </p14:section>
        <p14:section name="The dataset" id="{91d86600-df96-af2b-bb18-af608c2128d8}">
          <p14:sldIdLst>
            <p14:sldId id="262"/>
            <p14:sldId id="263"/>
            <p14:sldId id="264"/>
          </p14:sldIdLst>
        </p14:section>
        <p14:section name="Experiments" id="{2017d6df-31b4-f22c-5a86-cb834ef606bc}">
          <p14:sldIdLst>
            <p14:sldId id="265"/>
            <p14:sldId id="266"/>
            <p14:sldId id="267"/>
          </p14:sldIdLst>
        </p14:section>
        <p14:section name="Use" id="{cc50ea19-d016-8cf8-dcbe-11df15abef9f}">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and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and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and higher tiers are heavier and tighter as designed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one pipe in seven, and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Generator Studio turns a few parameters into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method trains on the generator, is scored on the benchmark and reports per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CrossMEP covers one section at one support today, and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2026-10-06T23:41:08Z</dcterms:created>
  <dcterms:modified xsi:type="dcterms:W3CDTF">2026-10-06T23:41:08Z</dcterms:modified>
</cp:coreProperties>
</file>