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79d808-11f0-2668-9aed-729bbacd6406}">
          <p14:sldIdLst>
            <p14:sldId id="256"/>
          </p14:sldIdLst>
        </p14:section>
        <p14:section name="Motivation" id="{90d26091-19ad-6fd6-5550-e900b6a36823}">
          <p14:sldIdLst>
            <p14:sldId id="257"/>
            <p14:sldId id="258"/>
            <p14:sldId id="259"/>
            <p14:sldId id="260"/>
            <p14:sldId id="261"/>
          </p14:sldIdLst>
        </p14:section>
        <p14:section name="The dataset" id="{f207685c-c963-9ac3-5085-326decf1b7d9}">
          <p14:sldIdLst>
            <p14:sldId id="262"/>
            <p14:sldId id="263"/>
            <p14:sldId id="264"/>
            <p14:sldId id="265"/>
            <p14:sldId id="266"/>
          </p14:sldIdLst>
        </p14:section>
        <p14:section name="Experiments" id="{aa9faf52-2dff-2c87-b130-3be1888aeb20}">
          <p14:sldIdLst>
            <p14:sldId id="267"/>
            <p14:sldId id="268"/>
            <p14:sldId id="269"/>
          </p14:sldIdLst>
        </p14:section>
        <p14:section name="Use" id="{05e7e428-cac6-6942-1850-55c6b2821882}">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status in the repository; the verification log says why each standard was chosen over its alternatives.</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2026-10-06T23:17:04Z</dcterms:created>
  <dcterms:modified xsi:type="dcterms:W3CDTF">2026-10-06T23:17:04Z</dcterms:modified>
</cp:coreProperties>
</file>